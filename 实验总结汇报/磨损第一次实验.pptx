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24CF14C-95E9-447D-8AB6-640D5BD0061B}">
          <p14:sldIdLst>
            <p14:sldId id="256"/>
            <p14:sldId id="257"/>
          </p14:sldIdLst>
        </p14:section>
        <p14:section name="无标题节" id="{08CF6398-2C4D-4178-8C59-364ACA30CD89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C1E0"/>
    <a:srgbClr val="D7EAFF"/>
    <a:srgbClr val="726D6D"/>
    <a:srgbClr val="393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2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36D882-2FA2-A220-79B5-282EE598F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92CC89F-5549-3C3E-2A4D-B87E46114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5433D7-CFC3-C7C0-3A87-618B6949E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D931E-7FFA-4D55-AFC9-8E3F15B98D62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0C66F2-86CB-24F5-A101-7C311588B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0667F1-C1A2-54ED-6845-4524536B1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4E392-5171-4789-943B-8FAAB4311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2051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EBAB25-A201-B7A4-BBF5-A2E3BDA6C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A65C82-4705-FE09-EBA4-72CF11135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0BB8E6-D836-18EE-64F9-4BC65A9C5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D931E-7FFA-4D55-AFC9-8E3F15B98D62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470088-D306-7EC7-6D95-8CA484CCA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728F67-4BF6-F7F4-EBA6-417A1BB3F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4E392-5171-4789-943B-8FAAB4311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072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62FD69-DEB7-40A6-5922-181F64ECC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1C68E6-D35B-677F-0E16-014C4755C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CA7098-D847-F537-DA06-57A2F7B82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D931E-7FFA-4D55-AFC9-8E3F15B98D62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66381C-74E7-6942-A49F-4BE12CA4A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1A486B-6B06-748F-445F-F8480DC16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4E392-5171-4789-943B-8FAAB4311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933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08BEE7-BC2D-5C25-15FA-47FFFC4AE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A756D0-B600-6C3B-4874-B35C06158B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D19D03-A755-46E8-D1D8-9F0E6B368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5AD51B-E73A-2D4A-E54E-F6D83BF64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D931E-7FFA-4D55-AFC9-8E3F15B98D62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AD7E19-E03E-8B13-0E58-D23AC446F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2C23FD-10AE-00F7-EC5A-00920FD01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4E392-5171-4789-943B-8FAAB4311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56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5AC06D-71D9-F5C7-0783-4C73ABF29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6B5A7F-5710-1E83-42D5-692EBE1BF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65660F-B36B-592E-69C4-450535926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E59351-8CB4-C44A-B46D-F5E6457554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0E3155E-6ECD-5630-6269-A2C7A4040A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7122DA3-1622-3F07-469F-0E5B542D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D931E-7FFA-4D55-AFC9-8E3F15B98D62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C39F42E-0FC0-81C6-641D-A60DE89D9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4158D09-AF6F-31CB-FA53-94E7AC5BA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4E392-5171-4789-943B-8FAAB4311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465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43627F-A96D-CBA7-91F8-79A600312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F404C6-20E8-393C-299C-9D65D7A30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D931E-7FFA-4D55-AFC9-8E3F15B98D62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6856B22-8529-B921-07D4-4FAA2DC1B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E8CBB4A-9396-F0F1-AF4C-18327999D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4E392-5171-4789-943B-8FAAB4311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369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B1C8EC4-FD7E-6512-DC1B-1E53D4897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D931E-7FFA-4D55-AFC9-8E3F15B98D62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A9C21FB-497D-519B-24FA-224C92E07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B8B693-20C6-8420-36DD-8E8901374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4E392-5171-4789-943B-8FAAB4311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34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5159F-5F06-2441-4951-00FA17C10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551E17-A777-7FA3-8333-3D73079BC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633406-1698-8A69-5D65-9180CF2EA5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F251CE-645D-3310-8503-308D38776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D931E-7FFA-4D55-AFC9-8E3F15B98D62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DF31A5-3EB0-202C-E817-099B048DB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68B0F1-7DA2-2EDA-E79A-2F9084C02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4E392-5171-4789-943B-8FAAB4311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698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E9BCF7-E0E1-E93B-0DC2-AA1011A7C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0CAE228-7250-8DA1-86BA-D9F562262C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55CFB2-9175-067A-2B40-667EB18F3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E5ACD4-085A-39ED-AEC2-EB41DB0A7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D931E-7FFA-4D55-AFC9-8E3F15B98D62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697AF4-BB17-F711-D43D-ED3983883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5CB1BB-1BAD-9819-F22B-9E0AE7E75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4E392-5171-4789-943B-8FAAB4311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867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715465-B504-E12D-9137-933ADDA10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25655F-24D0-CA80-68E2-7A0A574D2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7407AE-0803-2AD9-84AE-9AA1B34CE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D931E-7FFA-4D55-AFC9-8E3F15B98D62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F58301-2C25-8BDF-C9F0-3DA07B474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30C569-C5EC-8FFB-15D0-7E5C6C2A2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4E392-5171-4789-943B-8FAAB4311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369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F8A962B-BCA9-73A9-85FC-104F87E1DE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2434713-FFCA-875E-CEE1-E28BD2EC2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A19CD7-4E67-3930-BC36-9C3999CD0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D931E-7FFA-4D55-AFC9-8E3F15B98D62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9E8DB5-739D-F48C-EFE8-A6F54E7BA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20B02D-954B-78D2-6B75-8EAB5E0E5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4E392-5171-4789-943B-8FAAB4311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7903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A4ACDD5-5A72-4DF8-12E3-2EC7B9C2D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5B308E-9EF1-C5DA-DC6E-A8CFB53F1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EAE35F-D88D-B91D-7666-EE5B64F56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1D931E-7FFA-4D55-AFC9-8E3F15B98D62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3101B2-8AE3-268D-E631-46D29AF60F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7F1066-5019-2B2B-6E43-65F8AEFB57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4E392-5171-4789-943B-8FAAB4311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449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4BD0C8-E120-0287-E3E1-25F2FD774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424" y="1049412"/>
            <a:ext cx="4013539" cy="411174"/>
          </a:xfrm>
        </p:spPr>
        <p:txBody>
          <a:bodyPr>
            <a:normAutofit fontScale="90000"/>
          </a:bodyPr>
          <a:lstStyle/>
          <a:p>
            <a:r>
              <a:rPr lang="zh-CN" altLang="zh-CN" sz="2700" b="1"/>
              <a:t>陶陶铣削刀具磨损实验</a:t>
            </a:r>
            <a:br>
              <a:rPr lang="zh-CN" altLang="zh-CN"/>
            </a:b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1D3E113-5582-5524-961C-43056E1FD0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6421" y="895659"/>
            <a:ext cx="10940069" cy="5535826"/>
          </a:xfrm>
        </p:spPr>
        <p:txBody>
          <a:bodyPr>
            <a:normAutofit/>
          </a:bodyPr>
          <a:lstStyle/>
          <a:p>
            <a:pPr algn="l"/>
            <a:r>
              <a:rPr lang="zh-CN" altLang="zh-CN" sz="1400" b="1"/>
              <a:t>机床</a:t>
            </a:r>
            <a:r>
              <a:rPr lang="zh-CN" altLang="zh-CN" sz="1400"/>
              <a:t>：</a:t>
            </a:r>
            <a:r>
              <a:rPr lang="en-US" altLang="zh-CN" sz="1400"/>
              <a:t>106  </a:t>
            </a:r>
            <a:r>
              <a:rPr lang="zh-CN" altLang="zh-CN" sz="1400"/>
              <a:t>数控</a:t>
            </a:r>
            <a:r>
              <a:rPr lang="en-US" altLang="zh-CN" sz="1400"/>
              <a:t>3</a:t>
            </a:r>
            <a:r>
              <a:rPr lang="zh-CN" altLang="zh-CN" sz="1400"/>
              <a:t>轴</a:t>
            </a:r>
          </a:p>
          <a:p>
            <a:pPr algn="l"/>
            <a:r>
              <a:rPr lang="zh-CN" altLang="zh-CN" sz="1400" b="1"/>
              <a:t>刀具</a:t>
            </a:r>
            <a:r>
              <a:rPr lang="zh-CN" altLang="zh-CN" sz="1400"/>
              <a:t>：</a:t>
            </a:r>
            <a:r>
              <a:rPr lang="en-US" altLang="zh-CN" sz="1400"/>
              <a:t>PCD</a:t>
            </a:r>
            <a:r>
              <a:rPr lang="zh-CN" altLang="zh-CN" sz="1400"/>
              <a:t>微刃刀</a:t>
            </a:r>
            <a:r>
              <a:rPr lang="en-US" altLang="zh-CN" sz="1400"/>
              <a:t>D6-3-d6-50-28F-005  2</a:t>
            </a:r>
            <a:r>
              <a:rPr lang="zh-CN" altLang="zh-CN" sz="1400"/>
              <a:t>把</a:t>
            </a:r>
          </a:p>
          <a:p>
            <a:pPr algn="l"/>
            <a:r>
              <a:rPr lang="zh-CN" altLang="zh-CN" sz="1400" b="1"/>
              <a:t>材料</a:t>
            </a:r>
            <a:r>
              <a:rPr lang="zh-CN" altLang="zh-CN" sz="1400"/>
              <a:t>：</a:t>
            </a:r>
            <a:r>
              <a:rPr lang="en-US" altLang="zh-CN" sz="1400" err="1"/>
              <a:t>SiC</a:t>
            </a:r>
            <a:r>
              <a:rPr lang="en-US" altLang="zh-CN" sz="1400"/>
              <a:t>/</a:t>
            </a:r>
            <a:r>
              <a:rPr lang="en-US" altLang="zh-CN" sz="1400" err="1"/>
              <a:t>SiC</a:t>
            </a:r>
            <a:r>
              <a:rPr lang="zh-CN" altLang="zh-CN" sz="1400"/>
              <a:t>复合材料 一块</a:t>
            </a:r>
            <a:r>
              <a:rPr lang="en-US" altLang="zh-CN" sz="1400"/>
              <a:t>  </a:t>
            </a:r>
            <a:r>
              <a:rPr lang="zh-CN" altLang="zh-CN" sz="1400"/>
              <a:t>规格： </a:t>
            </a:r>
            <a:r>
              <a:rPr lang="en-US" altLang="zh-CN" sz="1400"/>
              <a:t>50x50x5mm^3 </a:t>
            </a:r>
            <a:endParaRPr lang="zh-CN" altLang="zh-CN" sz="1400"/>
          </a:p>
          <a:p>
            <a:pPr algn="l"/>
            <a:r>
              <a:rPr lang="zh-CN" altLang="zh-CN" sz="1400" b="1"/>
              <a:t>实验参数</a:t>
            </a:r>
            <a:r>
              <a:rPr lang="zh-CN" altLang="zh-CN" sz="1400"/>
              <a:t>：</a:t>
            </a:r>
            <a:r>
              <a:rPr lang="en-US" altLang="zh-CN" sz="1400"/>
              <a:t>n = 8000rpm f = 200mm/min </a:t>
            </a:r>
            <a:r>
              <a:rPr lang="zh-CN" altLang="zh-CN" sz="1400"/>
              <a:t>轴向切深</a:t>
            </a:r>
            <a:r>
              <a:rPr lang="en-US" altLang="zh-CN" sz="1400"/>
              <a:t>ap = 0.1mm</a:t>
            </a:r>
            <a:r>
              <a:rPr lang="zh-CN" altLang="zh-CN" sz="1400"/>
              <a:t>，径向切深</a:t>
            </a:r>
            <a:r>
              <a:rPr lang="en-US" altLang="zh-CN" sz="1400"/>
              <a:t>aw = 1mm</a:t>
            </a:r>
            <a:r>
              <a:rPr lang="zh-CN" altLang="zh-CN" sz="1400"/>
              <a:t>。无超声，仅进行干式铣削，直至刀具失效。</a:t>
            </a:r>
            <a:endParaRPr lang="en-US" altLang="zh-CN" sz="1400"/>
          </a:p>
          <a:p>
            <a:pPr algn="l"/>
            <a:endParaRPr lang="en-US" altLang="zh-CN" sz="1400" b="1"/>
          </a:p>
          <a:p>
            <a:pPr algn="l"/>
            <a:r>
              <a:rPr lang="zh-CN" altLang="zh-CN" sz="1400" b="1"/>
              <a:t>实验输出</a:t>
            </a:r>
            <a:r>
              <a:rPr lang="zh-CN" altLang="zh-CN" sz="1400"/>
              <a:t>：刀具磨损情况，崩边情况，表面粗糙度。不检测切削力与温度。</a:t>
            </a:r>
          </a:p>
          <a:p>
            <a:pPr algn="l"/>
            <a:r>
              <a:rPr lang="zh-CN" altLang="zh-CN" sz="1400" b="1"/>
              <a:t>走刀路径：</a:t>
            </a:r>
            <a:r>
              <a:rPr lang="zh-CN" altLang="zh-CN" sz="1400"/>
              <a:t> 端铣</a:t>
            </a:r>
          </a:p>
          <a:p>
            <a:endParaRPr lang="zh-CN" altLang="en-US" sz="180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5B4905D-C2A7-A362-F394-35A81B4DA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40" r="23732"/>
          <a:stretch>
            <a:fillRect/>
          </a:stretch>
        </p:blipFill>
        <p:spPr>
          <a:xfrm>
            <a:off x="4124437" y="3248430"/>
            <a:ext cx="2737051" cy="23495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FB1B7B4-82F5-B20C-41E8-2296A4CB9B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9951" y="3248430"/>
            <a:ext cx="4115822" cy="2315150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08B227E1-61BC-E76A-8EBE-C5384C567A3C}"/>
              </a:ext>
            </a:extLst>
          </p:cNvPr>
          <p:cNvGrpSpPr/>
          <p:nvPr/>
        </p:nvGrpSpPr>
        <p:grpSpPr>
          <a:xfrm>
            <a:off x="772825" y="3248430"/>
            <a:ext cx="3259127" cy="2349500"/>
            <a:chOff x="772825" y="3248430"/>
            <a:chExt cx="3259127" cy="2349500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FFEAB2FE-CCFF-D26D-7007-670F7E74DD29}"/>
                </a:ext>
              </a:extLst>
            </p:cNvPr>
            <p:cNvGrpSpPr/>
            <p:nvPr/>
          </p:nvGrpSpPr>
          <p:grpSpPr>
            <a:xfrm>
              <a:off x="772825" y="3248430"/>
              <a:ext cx="3259127" cy="2349500"/>
              <a:chOff x="772825" y="3248430"/>
              <a:chExt cx="3259127" cy="2349500"/>
            </a:xfrm>
          </p:grpSpPr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11F107E3-335C-2587-7DEC-776B415750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2825" y="3248430"/>
                <a:ext cx="3073400" cy="2349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F892DDF0-7E97-EE1F-5D79-1F115E585DA6}"/>
                  </a:ext>
                </a:extLst>
              </p:cNvPr>
              <p:cNvSpPr/>
              <p:nvPr/>
            </p:nvSpPr>
            <p:spPr>
              <a:xfrm>
                <a:off x="3181179" y="4983173"/>
                <a:ext cx="331394" cy="116601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60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27EFFC4-6DC0-716C-DB65-6ECF1E233AD4}"/>
                  </a:ext>
                </a:extLst>
              </p:cNvPr>
              <p:cNvSpPr txBox="1"/>
              <p:nvPr/>
            </p:nvSpPr>
            <p:spPr>
              <a:xfrm>
                <a:off x="3117552" y="4910668"/>
                <a:ext cx="9144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50" b="1">
                    <a:latin typeface="宋体" panose="02010600030101010101" pitchFamily="2" charset="-122"/>
                    <a:ea typeface="宋体" panose="02010600030101010101" pitchFamily="2" charset="-122"/>
                  </a:rPr>
                  <a:t>8000</a:t>
                </a:r>
                <a:endParaRPr lang="zh-CN" altLang="en-US" sz="105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F47F25A-8643-3D54-1E6B-4C2B4E978D01}"/>
                </a:ext>
              </a:extLst>
            </p:cNvPr>
            <p:cNvSpPr/>
            <p:nvPr/>
          </p:nvSpPr>
          <p:spPr>
            <a:xfrm>
              <a:off x="3181179" y="5434129"/>
              <a:ext cx="124292" cy="13594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</a:t>
              </a:r>
              <a:endParaRPr lang="zh-CN" altLang="en-US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1111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CED8D7-0D29-3759-4534-32A2A94D9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080" y="40186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/>
              <a:t>每刀</a:t>
            </a:r>
            <a:r>
              <a:rPr lang="en-US" altLang="zh-CN"/>
              <a:t>50mm</a:t>
            </a:r>
            <a:r>
              <a:rPr lang="zh-CN" altLang="en-US"/>
              <a:t>，以走刀数计算。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FC07BA2-BD9D-A40B-AB25-B25910269B9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23" r="27182"/>
          <a:stretch>
            <a:fillRect/>
          </a:stretch>
        </p:blipFill>
        <p:spPr>
          <a:xfrm>
            <a:off x="635682" y="1053246"/>
            <a:ext cx="2488006" cy="2294438"/>
          </a:xfrm>
          <a:prstGeom prst="round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2DDE0EA-905C-3E78-164D-CE26CE431D9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0" r="23773"/>
          <a:stretch>
            <a:fillRect/>
          </a:stretch>
        </p:blipFill>
        <p:spPr>
          <a:xfrm>
            <a:off x="3240290" y="1053245"/>
            <a:ext cx="2675694" cy="2294437"/>
          </a:xfrm>
          <a:prstGeom prst="round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009E379-4E5E-AB10-3936-FE02861C1985}"/>
              </a:ext>
            </a:extLst>
          </p:cNvPr>
          <p:cNvSpPr txBox="1"/>
          <p:nvPr/>
        </p:nvSpPr>
        <p:spPr>
          <a:xfrm>
            <a:off x="1663103" y="33256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5227A87-D062-95AD-E41E-C534B5620A59}"/>
              </a:ext>
            </a:extLst>
          </p:cNvPr>
          <p:cNvSpPr txBox="1"/>
          <p:nvPr/>
        </p:nvSpPr>
        <p:spPr>
          <a:xfrm>
            <a:off x="4271643" y="33256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6</a:t>
            </a:r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1CFABFA-D407-E1BB-29F3-78DB4A2AC1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4" r="31494"/>
          <a:stretch>
            <a:fillRect/>
          </a:stretch>
        </p:blipFill>
        <p:spPr>
          <a:xfrm>
            <a:off x="6209304" y="1053245"/>
            <a:ext cx="2525420" cy="2294437"/>
          </a:xfrm>
          <a:prstGeom prst="round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37163FF-B38F-7A59-1E37-A4585229FED5}"/>
              </a:ext>
            </a:extLst>
          </p:cNvPr>
          <p:cNvSpPr txBox="1"/>
          <p:nvPr/>
        </p:nvSpPr>
        <p:spPr>
          <a:xfrm>
            <a:off x="7364295" y="334768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12</a:t>
            </a:r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1ADFE3B-E99D-7D12-3A43-C1E27BEA05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20" r="17047"/>
          <a:stretch>
            <a:fillRect/>
          </a:stretch>
        </p:blipFill>
        <p:spPr>
          <a:xfrm>
            <a:off x="8927086" y="1053245"/>
            <a:ext cx="2629232" cy="2272406"/>
          </a:xfrm>
          <a:prstGeom prst="round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C36BFDFC-094B-A587-9376-E1446945183D}"/>
              </a:ext>
            </a:extLst>
          </p:cNvPr>
          <p:cNvSpPr txBox="1"/>
          <p:nvPr/>
        </p:nvSpPr>
        <p:spPr>
          <a:xfrm>
            <a:off x="10041321" y="3325651"/>
            <a:ext cx="487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24</a:t>
            </a:r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7AE017BA-1B5C-3D56-AEC8-D541B68F4D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1" r="28775"/>
          <a:stretch>
            <a:fillRect/>
          </a:stretch>
        </p:blipFill>
        <p:spPr>
          <a:xfrm>
            <a:off x="577072" y="3672337"/>
            <a:ext cx="2970415" cy="2509024"/>
          </a:xfrm>
          <a:prstGeom prst="round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57D05499-B648-8ED0-AC27-315E2A8529F4}"/>
              </a:ext>
            </a:extLst>
          </p:cNvPr>
          <p:cNvSpPr txBox="1"/>
          <p:nvPr/>
        </p:nvSpPr>
        <p:spPr>
          <a:xfrm>
            <a:off x="1816350" y="629672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36</a:t>
            </a:r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7D173C6-9E49-5ED6-42D4-E514C62A076F}"/>
              </a:ext>
            </a:extLst>
          </p:cNvPr>
          <p:cNvSpPr txBox="1"/>
          <p:nvPr/>
        </p:nvSpPr>
        <p:spPr>
          <a:xfrm>
            <a:off x="3762507" y="3829535"/>
            <a:ext cx="80602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观察发现，在</a:t>
            </a:r>
            <a:r>
              <a:rPr lang="en-US" altLang="zh-CN"/>
              <a:t>1.8m</a:t>
            </a:r>
            <a:r>
              <a:rPr lang="zh-CN" altLang="en-US"/>
              <a:t>总铣削长度后，刀具未出现明显磨损区域，猜测原因如下：</a:t>
            </a:r>
            <a:endParaRPr lang="en-US" altLang="zh-CN"/>
          </a:p>
          <a:p>
            <a:pPr marL="342900" indent="-342900">
              <a:buAutoNum type="arabicPeriod"/>
            </a:pPr>
            <a:r>
              <a:rPr lang="zh-CN" altLang="en-US"/>
              <a:t>由于表面存在一定倾斜角度，导致</a:t>
            </a:r>
            <a:r>
              <a:rPr lang="en-US" altLang="zh-CN"/>
              <a:t>0.1mm</a:t>
            </a:r>
            <a:r>
              <a:rPr lang="zh-CN" altLang="en-US"/>
              <a:t>切深有部分未能切到</a:t>
            </a:r>
            <a:endParaRPr lang="en-US" altLang="zh-CN"/>
          </a:p>
          <a:p>
            <a:pPr marL="342900" indent="-342900">
              <a:buAutoNum type="arabicPeriod"/>
            </a:pPr>
            <a:r>
              <a:rPr lang="zh-CN" altLang="en-US"/>
              <a:t>侧刃起主导作用，底刃未参与切削</a:t>
            </a:r>
            <a:endParaRPr lang="en-US" altLang="zh-CN"/>
          </a:p>
          <a:p>
            <a:pPr marL="342900" indent="-342900">
              <a:buAutoNum type="arabicPeriod"/>
            </a:pPr>
            <a:r>
              <a:rPr lang="zh-CN" altLang="en-US"/>
              <a:t>切宽</a:t>
            </a:r>
            <a:r>
              <a:rPr lang="en-US" altLang="zh-CN"/>
              <a:t>1mm</a:t>
            </a:r>
            <a:r>
              <a:rPr lang="zh-CN" altLang="en-US"/>
              <a:t>太小了，可改成</a:t>
            </a:r>
            <a:r>
              <a:rPr lang="en-US" altLang="zh-CN"/>
              <a:t>2-3mm</a:t>
            </a:r>
            <a:r>
              <a:rPr lang="zh-CN" altLang="en-US"/>
              <a:t>再尝试</a:t>
            </a:r>
          </a:p>
        </p:txBody>
      </p:sp>
    </p:spTree>
    <p:extLst>
      <p:ext uri="{BB962C8B-B14F-4D97-AF65-F5344CB8AC3E}">
        <p14:creationId xmlns:p14="http://schemas.microsoft.com/office/powerpoint/2010/main" val="446071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A004D23-49E1-DF1C-21C7-50EEE1F88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923" y="497090"/>
            <a:ext cx="4827704" cy="271558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1C14624-4D92-BC94-D10F-7E6F6B6CAF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922" y="3365328"/>
            <a:ext cx="4827705" cy="271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67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组合 54">
            <a:extLst>
              <a:ext uri="{FF2B5EF4-FFF2-40B4-BE49-F238E27FC236}">
                <a16:creationId xmlns:a16="http://schemas.microsoft.com/office/drawing/2014/main" id="{9A306417-CDEE-7ABE-2223-87ECFD161A8D}"/>
              </a:ext>
            </a:extLst>
          </p:cNvPr>
          <p:cNvGrpSpPr/>
          <p:nvPr/>
        </p:nvGrpSpPr>
        <p:grpSpPr>
          <a:xfrm>
            <a:off x="4178728" y="2217392"/>
            <a:ext cx="3704797" cy="3386586"/>
            <a:chOff x="4543665" y="1197947"/>
            <a:chExt cx="3634685" cy="3362353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B2E35627-BF12-D099-4C94-F8BC9AE99D32}"/>
                </a:ext>
              </a:extLst>
            </p:cNvPr>
            <p:cNvSpPr/>
            <p:nvPr/>
          </p:nvSpPr>
          <p:spPr>
            <a:xfrm>
              <a:off x="4578350" y="2400300"/>
              <a:ext cx="3600000" cy="2160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scene3d>
              <a:camera prst="orthographicFront">
                <a:rot lat="4410000" lon="9186000" rev="9234000"/>
              </a:camera>
              <a:lightRig rig="threePt" dir="t"/>
            </a:scene3d>
            <a:sp3d>
              <a:bevelT w="0" h="12700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9D4B6F21-0595-2D93-42BF-E01C6EF8CE6A}"/>
                </a:ext>
              </a:extLst>
            </p:cNvPr>
            <p:cNvSpPr/>
            <p:nvPr/>
          </p:nvSpPr>
          <p:spPr>
            <a:xfrm>
              <a:off x="4543665" y="1197947"/>
              <a:ext cx="3600000" cy="2160000"/>
            </a:xfrm>
            <a:custGeom>
              <a:avLst/>
              <a:gdLst>
                <a:gd name="csX0" fmla="*/ 2520000 w 3600000"/>
                <a:gd name="csY0" fmla="*/ 0 h 2160000"/>
                <a:gd name="csX1" fmla="*/ 3600000 w 3600000"/>
                <a:gd name="csY1" fmla="*/ 0 h 2160000"/>
                <a:gd name="csX2" fmla="*/ 3600000 w 3600000"/>
                <a:gd name="csY2" fmla="*/ 2160000 h 2160000"/>
                <a:gd name="csX3" fmla="*/ 0 w 3600000"/>
                <a:gd name="csY3" fmla="*/ 2160000 h 2160000"/>
                <a:gd name="csX4" fmla="*/ 0 w 3600000"/>
                <a:gd name="csY4" fmla="*/ 1440000 h 2160000"/>
                <a:gd name="csX5" fmla="*/ 2520000 w 3600000"/>
                <a:gd name="csY5" fmla="*/ 1440000 h 216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600000" h="2160000">
                  <a:moveTo>
                    <a:pt x="2520000" y="0"/>
                  </a:moveTo>
                  <a:lnTo>
                    <a:pt x="3600000" y="0"/>
                  </a:lnTo>
                  <a:lnTo>
                    <a:pt x="3600000" y="2160000"/>
                  </a:lnTo>
                  <a:lnTo>
                    <a:pt x="0" y="2160000"/>
                  </a:lnTo>
                  <a:lnTo>
                    <a:pt x="0" y="1440000"/>
                  </a:lnTo>
                  <a:lnTo>
                    <a:pt x="2520000" y="144000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scene3d>
              <a:camera prst="orthographicFront">
                <a:rot lat="4412113" lon="9185962" rev="9231120"/>
              </a:camera>
              <a:lightRig rig="threePt" dir="t"/>
            </a:scene3d>
            <a:sp3d>
              <a:bevelT w="0" h="1778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A7A5303F-AFF3-25FB-9ACC-EE4605E14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95678" cy="1987652"/>
          </a:xfrm>
          <a:prstGeom prst="rect">
            <a:avLst/>
          </a:prstGeom>
        </p:spPr>
      </p:pic>
      <p:grpSp>
        <p:nvGrpSpPr>
          <p:cNvPr id="58" name="组合 57">
            <a:extLst>
              <a:ext uri="{FF2B5EF4-FFF2-40B4-BE49-F238E27FC236}">
                <a16:creationId xmlns:a16="http://schemas.microsoft.com/office/drawing/2014/main" id="{54E07CC5-7E5C-7622-A147-DAFB24FB94DA}"/>
              </a:ext>
            </a:extLst>
          </p:cNvPr>
          <p:cNvGrpSpPr/>
          <p:nvPr/>
        </p:nvGrpSpPr>
        <p:grpSpPr>
          <a:xfrm>
            <a:off x="5864225" y="1630017"/>
            <a:ext cx="1200150" cy="1949303"/>
            <a:chOff x="5845175" y="1026767"/>
            <a:chExt cx="1200150" cy="1949303"/>
          </a:xfrm>
        </p:grpSpPr>
        <p:sp>
          <p:nvSpPr>
            <p:cNvPr id="57" name="圆柱体 56">
              <a:extLst>
                <a:ext uri="{FF2B5EF4-FFF2-40B4-BE49-F238E27FC236}">
                  <a16:creationId xmlns:a16="http://schemas.microsoft.com/office/drawing/2014/main" id="{F204EC48-5786-1128-2B6C-F3CAA3ADD786}"/>
                </a:ext>
              </a:extLst>
            </p:cNvPr>
            <p:cNvSpPr/>
            <p:nvPr/>
          </p:nvSpPr>
          <p:spPr>
            <a:xfrm>
              <a:off x="5845175" y="2155678"/>
              <a:ext cx="1200150" cy="820392"/>
            </a:xfrm>
            <a:prstGeom prst="can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圆柱体 55">
              <a:extLst>
                <a:ext uri="{FF2B5EF4-FFF2-40B4-BE49-F238E27FC236}">
                  <a16:creationId xmlns:a16="http://schemas.microsoft.com/office/drawing/2014/main" id="{C18D2A6E-7B54-8CFA-8B2F-D0474CD63BAB}"/>
                </a:ext>
              </a:extLst>
            </p:cNvPr>
            <p:cNvSpPr/>
            <p:nvPr/>
          </p:nvSpPr>
          <p:spPr>
            <a:xfrm>
              <a:off x="6175375" y="1026767"/>
              <a:ext cx="539750" cy="1244600"/>
            </a:xfrm>
            <a:prstGeom prst="can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4F75D319-7A1A-B08A-375E-CDA365508CD1}"/>
              </a:ext>
            </a:extLst>
          </p:cNvPr>
          <p:cNvGrpSpPr/>
          <p:nvPr/>
        </p:nvGrpSpPr>
        <p:grpSpPr>
          <a:xfrm>
            <a:off x="5864225" y="2908351"/>
            <a:ext cx="101364" cy="593378"/>
            <a:chOff x="8978900" y="1466850"/>
            <a:chExt cx="584200" cy="3419879"/>
          </a:xfrm>
        </p:grpSpPr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CE05B198-5080-3B3E-AC20-62DF815D947F}"/>
                </a:ext>
              </a:extLst>
            </p:cNvPr>
            <p:cNvSpPr/>
            <p:nvPr/>
          </p:nvSpPr>
          <p:spPr>
            <a:xfrm flipH="1" flipV="1">
              <a:off x="8978900" y="1466850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704368AB-D09F-50C1-E2E2-B9F979C50ABD}"/>
                </a:ext>
              </a:extLst>
            </p:cNvPr>
            <p:cNvSpPr/>
            <p:nvPr/>
          </p:nvSpPr>
          <p:spPr>
            <a:xfrm flipH="1" flipV="1">
              <a:off x="8978900" y="2174728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BE623CC2-A36D-957B-AEF1-1966F43358C4}"/>
                </a:ext>
              </a:extLst>
            </p:cNvPr>
            <p:cNvSpPr/>
            <p:nvPr/>
          </p:nvSpPr>
          <p:spPr>
            <a:xfrm flipH="1" flipV="1">
              <a:off x="8978900" y="2883995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B57BEE03-DFD5-19DE-2210-86C39D2BA4AF}"/>
                </a:ext>
              </a:extLst>
            </p:cNvPr>
            <p:cNvSpPr/>
            <p:nvPr/>
          </p:nvSpPr>
          <p:spPr>
            <a:xfrm flipH="1" flipV="1">
              <a:off x="8978900" y="3593262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9998B69D-CE12-9469-EF82-700422B96F40}"/>
                </a:ext>
              </a:extLst>
            </p:cNvPr>
            <p:cNvSpPr/>
            <p:nvPr/>
          </p:nvSpPr>
          <p:spPr>
            <a:xfrm flipH="1" flipV="1">
              <a:off x="8978900" y="4302529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3575C3B9-7900-2CE8-D885-6A259E79C6BC}"/>
              </a:ext>
            </a:extLst>
          </p:cNvPr>
          <p:cNvGrpSpPr/>
          <p:nvPr/>
        </p:nvGrpSpPr>
        <p:grpSpPr>
          <a:xfrm>
            <a:off x="6002522" y="2959033"/>
            <a:ext cx="101364" cy="593378"/>
            <a:chOff x="8978900" y="1466850"/>
            <a:chExt cx="584200" cy="3419879"/>
          </a:xfrm>
        </p:grpSpPr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A7401577-DF69-1F79-77B1-23D290937B98}"/>
                </a:ext>
              </a:extLst>
            </p:cNvPr>
            <p:cNvSpPr/>
            <p:nvPr/>
          </p:nvSpPr>
          <p:spPr>
            <a:xfrm flipH="1" flipV="1">
              <a:off x="8978900" y="1466850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4654FD51-6C35-2991-4C2B-1F4D9EA81C74}"/>
                </a:ext>
              </a:extLst>
            </p:cNvPr>
            <p:cNvSpPr/>
            <p:nvPr/>
          </p:nvSpPr>
          <p:spPr>
            <a:xfrm flipH="1" flipV="1">
              <a:off x="8978900" y="2174728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99891355-30C0-5663-08F4-2026B8D3515B}"/>
                </a:ext>
              </a:extLst>
            </p:cNvPr>
            <p:cNvSpPr/>
            <p:nvPr/>
          </p:nvSpPr>
          <p:spPr>
            <a:xfrm flipH="1" flipV="1">
              <a:off x="8978900" y="2883995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B92E020C-DB7A-E229-E6B4-2612FF3C8823}"/>
                </a:ext>
              </a:extLst>
            </p:cNvPr>
            <p:cNvSpPr/>
            <p:nvPr/>
          </p:nvSpPr>
          <p:spPr>
            <a:xfrm flipH="1" flipV="1">
              <a:off x="8978900" y="3593262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2067E83B-7A8F-973F-9E97-BCD9DCFFA667}"/>
                </a:ext>
              </a:extLst>
            </p:cNvPr>
            <p:cNvSpPr/>
            <p:nvPr/>
          </p:nvSpPr>
          <p:spPr>
            <a:xfrm flipH="1" flipV="1">
              <a:off x="8978900" y="4302529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3CC9C305-72E1-48B2-B9C2-E7B66E44A508}"/>
              </a:ext>
            </a:extLst>
          </p:cNvPr>
          <p:cNvGrpSpPr/>
          <p:nvPr/>
        </p:nvGrpSpPr>
        <p:grpSpPr>
          <a:xfrm>
            <a:off x="6130024" y="2986789"/>
            <a:ext cx="101364" cy="593378"/>
            <a:chOff x="8978900" y="1466850"/>
            <a:chExt cx="584200" cy="3419879"/>
          </a:xfrm>
        </p:grpSpPr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7C96A467-78C3-855E-8B17-280CEFAFAA16}"/>
                </a:ext>
              </a:extLst>
            </p:cNvPr>
            <p:cNvSpPr/>
            <p:nvPr/>
          </p:nvSpPr>
          <p:spPr>
            <a:xfrm flipH="1" flipV="1">
              <a:off x="8978900" y="1466850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65D1842D-A676-DEB4-2BAA-65B4F184B115}"/>
                </a:ext>
              </a:extLst>
            </p:cNvPr>
            <p:cNvSpPr/>
            <p:nvPr/>
          </p:nvSpPr>
          <p:spPr>
            <a:xfrm flipH="1" flipV="1">
              <a:off x="8978900" y="2174728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6CDF8D2D-9609-F0F0-DE52-3A9A2428BF73}"/>
                </a:ext>
              </a:extLst>
            </p:cNvPr>
            <p:cNvSpPr/>
            <p:nvPr/>
          </p:nvSpPr>
          <p:spPr>
            <a:xfrm flipH="1" flipV="1">
              <a:off x="8978900" y="2883995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94616AAD-CAE9-A30E-3879-EC31C769FC89}"/>
                </a:ext>
              </a:extLst>
            </p:cNvPr>
            <p:cNvSpPr/>
            <p:nvPr/>
          </p:nvSpPr>
          <p:spPr>
            <a:xfrm flipH="1" flipV="1">
              <a:off x="8978900" y="3593262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51BBE41C-36A8-C812-7BCC-62333BA012D4}"/>
                </a:ext>
              </a:extLst>
            </p:cNvPr>
            <p:cNvSpPr/>
            <p:nvPr/>
          </p:nvSpPr>
          <p:spPr>
            <a:xfrm flipH="1" flipV="1">
              <a:off x="8978900" y="4302529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D183C72E-037A-2493-FCB7-CC14503EF372}"/>
              </a:ext>
            </a:extLst>
          </p:cNvPr>
          <p:cNvGrpSpPr/>
          <p:nvPr/>
        </p:nvGrpSpPr>
        <p:grpSpPr>
          <a:xfrm>
            <a:off x="6274811" y="3000705"/>
            <a:ext cx="101364" cy="593378"/>
            <a:chOff x="8978900" y="1466850"/>
            <a:chExt cx="584200" cy="3419879"/>
          </a:xfrm>
        </p:grpSpPr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1191D618-91FD-AB18-F258-D99D2D33781E}"/>
                </a:ext>
              </a:extLst>
            </p:cNvPr>
            <p:cNvSpPr/>
            <p:nvPr/>
          </p:nvSpPr>
          <p:spPr>
            <a:xfrm flipH="1" flipV="1">
              <a:off x="8978900" y="1466850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5E76FCBC-39D2-0B45-09DC-7BE79C81CF85}"/>
                </a:ext>
              </a:extLst>
            </p:cNvPr>
            <p:cNvSpPr/>
            <p:nvPr/>
          </p:nvSpPr>
          <p:spPr>
            <a:xfrm flipH="1" flipV="1">
              <a:off x="8978900" y="2174728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D68ACBCD-60C5-59F9-53A4-84247B8AF4DE}"/>
                </a:ext>
              </a:extLst>
            </p:cNvPr>
            <p:cNvSpPr/>
            <p:nvPr/>
          </p:nvSpPr>
          <p:spPr>
            <a:xfrm flipH="1" flipV="1">
              <a:off x="8978900" y="2883995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4423410B-0C1D-579C-E30F-F722D7B272A1}"/>
                </a:ext>
              </a:extLst>
            </p:cNvPr>
            <p:cNvSpPr/>
            <p:nvPr/>
          </p:nvSpPr>
          <p:spPr>
            <a:xfrm flipH="1" flipV="1">
              <a:off x="8978900" y="3593262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91986DB4-60FF-6C5F-450F-2CDBD3A083CF}"/>
                </a:ext>
              </a:extLst>
            </p:cNvPr>
            <p:cNvSpPr/>
            <p:nvPr/>
          </p:nvSpPr>
          <p:spPr>
            <a:xfrm flipH="1" flipV="1">
              <a:off x="8978900" y="4302529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6BE5343C-D8C1-682F-DCB7-CB94208257BE}"/>
              </a:ext>
            </a:extLst>
          </p:cNvPr>
          <p:cNvGrpSpPr/>
          <p:nvPr/>
        </p:nvGrpSpPr>
        <p:grpSpPr>
          <a:xfrm>
            <a:off x="6417413" y="3000705"/>
            <a:ext cx="101364" cy="593378"/>
            <a:chOff x="8978900" y="1466850"/>
            <a:chExt cx="584200" cy="3419879"/>
          </a:xfrm>
        </p:grpSpPr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7C1AE3B0-13F9-32C0-1F4F-E228BCC25A2B}"/>
                </a:ext>
              </a:extLst>
            </p:cNvPr>
            <p:cNvSpPr/>
            <p:nvPr/>
          </p:nvSpPr>
          <p:spPr>
            <a:xfrm flipH="1" flipV="1">
              <a:off x="8978900" y="1466850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340CD56F-FF74-85AE-78D6-4C37E709EA95}"/>
                </a:ext>
              </a:extLst>
            </p:cNvPr>
            <p:cNvSpPr/>
            <p:nvPr/>
          </p:nvSpPr>
          <p:spPr>
            <a:xfrm flipH="1" flipV="1">
              <a:off x="8978900" y="2174728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85FD0961-3AE0-C370-A6A1-4E6C2F390AB0}"/>
                </a:ext>
              </a:extLst>
            </p:cNvPr>
            <p:cNvSpPr/>
            <p:nvPr/>
          </p:nvSpPr>
          <p:spPr>
            <a:xfrm flipH="1" flipV="1">
              <a:off x="8978900" y="2883995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D5B445D5-C5FF-221F-C0F4-A0F7AC337EB4}"/>
                </a:ext>
              </a:extLst>
            </p:cNvPr>
            <p:cNvSpPr/>
            <p:nvPr/>
          </p:nvSpPr>
          <p:spPr>
            <a:xfrm flipH="1" flipV="1">
              <a:off x="8978900" y="3593262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685D7DE8-6CF3-DC7C-85B5-2C744A8490B0}"/>
                </a:ext>
              </a:extLst>
            </p:cNvPr>
            <p:cNvSpPr/>
            <p:nvPr/>
          </p:nvSpPr>
          <p:spPr>
            <a:xfrm flipH="1" flipV="1">
              <a:off x="8978900" y="4302529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75125F7E-2E6D-D088-74D5-4AFEA76C1335}"/>
              </a:ext>
            </a:extLst>
          </p:cNvPr>
          <p:cNvGrpSpPr/>
          <p:nvPr/>
        </p:nvGrpSpPr>
        <p:grpSpPr>
          <a:xfrm>
            <a:off x="6588996" y="3003645"/>
            <a:ext cx="101364" cy="593378"/>
            <a:chOff x="8978900" y="1466850"/>
            <a:chExt cx="584200" cy="3419879"/>
          </a:xfrm>
        </p:grpSpPr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C488D4C6-6ACB-BF6B-18E6-BABABC69C782}"/>
                </a:ext>
              </a:extLst>
            </p:cNvPr>
            <p:cNvSpPr/>
            <p:nvPr/>
          </p:nvSpPr>
          <p:spPr>
            <a:xfrm flipH="1" flipV="1">
              <a:off x="8978900" y="1466850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1E483AF1-1DF0-16F1-B2F8-40DA19C9AC76}"/>
                </a:ext>
              </a:extLst>
            </p:cNvPr>
            <p:cNvSpPr/>
            <p:nvPr/>
          </p:nvSpPr>
          <p:spPr>
            <a:xfrm flipH="1" flipV="1">
              <a:off x="8978900" y="2174728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7BAD881D-F66E-B0D1-CB53-CE6392194DBD}"/>
                </a:ext>
              </a:extLst>
            </p:cNvPr>
            <p:cNvSpPr/>
            <p:nvPr/>
          </p:nvSpPr>
          <p:spPr>
            <a:xfrm flipH="1" flipV="1">
              <a:off x="8978900" y="2883995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F9EBEE28-0265-1E0E-802C-3446A04716C6}"/>
                </a:ext>
              </a:extLst>
            </p:cNvPr>
            <p:cNvSpPr/>
            <p:nvPr/>
          </p:nvSpPr>
          <p:spPr>
            <a:xfrm flipH="1" flipV="1">
              <a:off x="8978900" y="3593262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A467FE23-F3E1-1E55-EB7D-2CB5A657FCFC}"/>
                </a:ext>
              </a:extLst>
            </p:cNvPr>
            <p:cNvSpPr/>
            <p:nvPr/>
          </p:nvSpPr>
          <p:spPr>
            <a:xfrm flipH="1" flipV="1">
              <a:off x="8978900" y="4302529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813D37FF-F39D-2AE5-4EFC-3340DA23F7F9}"/>
              </a:ext>
            </a:extLst>
          </p:cNvPr>
          <p:cNvGrpSpPr/>
          <p:nvPr/>
        </p:nvGrpSpPr>
        <p:grpSpPr>
          <a:xfrm>
            <a:off x="4311489" y="3557363"/>
            <a:ext cx="3382065" cy="1213954"/>
            <a:chOff x="879476" y="4226328"/>
            <a:chExt cx="4938554" cy="2143772"/>
          </a:xfrm>
        </p:grpSpPr>
        <p:grpSp>
          <p:nvGrpSpPr>
            <p:cNvPr id="129" name="组合 128">
              <a:extLst>
                <a:ext uri="{FF2B5EF4-FFF2-40B4-BE49-F238E27FC236}">
                  <a16:creationId xmlns:a16="http://schemas.microsoft.com/office/drawing/2014/main" id="{7D02BF83-F6F0-C75A-BBB9-D1DF7B99135E}"/>
                </a:ext>
              </a:extLst>
            </p:cNvPr>
            <p:cNvGrpSpPr/>
            <p:nvPr/>
          </p:nvGrpSpPr>
          <p:grpSpPr>
            <a:xfrm>
              <a:off x="898524" y="5431383"/>
              <a:ext cx="4919506" cy="938717"/>
              <a:chOff x="898524" y="5431383"/>
              <a:chExt cx="4919506" cy="938717"/>
            </a:xfrm>
          </p:grpSpPr>
          <p:grpSp>
            <p:nvGrpSpPr>
              <p:cNvPr id="112" name="组合 111">
                <a:extLst>
                  <a:ext uri="{FF2B5EF4-FFF2-40B4-BE49-F238E27FC236}">
                    <a16:creationId xmlns:a16="http://schemas.microsoft.com/office/drawing/2014/main" id="{CC23F6B5-EC42-EE9B-57FD-01766C9AEB9F}"/>
                  </a:ext>
                </a:extLst>
              </p:cNvPr>
              <p:cNvGrpSpPr/>
              <p:nvPr/>
            </p:nvGrpSpPr>
            <p:grpSpPr>
              <a:xfrm>
                <a:off x="898524" y="5542656"/>
                <a:ext cx="4900458" cy="699976"/>
                <a:chOff x="917574" y="5002278"/>
                <a:chExt cx="4900458" cy="699976"/>
              </a:xfrm>
            </p:grpSpPr>
            <p:sp>
              <p:nvSpPr>
                <p:cNvPr id="109" name="任意多边形: 形状 108">
                  <a:extLst>
                    <a:ext uri="{FF2B5EF4-FFF2-40B4-BE49-F238E27FC236}">
                      <a16:creationId xmlns:a16="http://schemas.microsoft.com/office/drawing/2014/main" id="{E5D1DEB5-FD02-68B9-16B8-82A836F121A6}"/>
                    </a:ext>
                  </a:extLst>
                </p:cNvPr>
                <p:cNvSpPr/>
                <p:nvPr/>
              </p:nvSpPr>
              <p:spPr>
                <a:xfrm>
                  <a:off x="917574" y="5002278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0" name="任意多边形: 形状 109">
                  <a:extLst>
                    <a:ext uri="{FF2B5EF4-FFF2-40B4-BE49-F238E27FC236}">
                      <a16:creationId xmlns:a16="http://schemas.microsoft.com/office/drawing/2014/main" id="{3AA92878-1E6B-3AEB-33A1-FAA32B755273}"/>
                    </a:ext>
                  </a:extLst>
                </p:cNvPr>
                <p:cNvSpPr/>
                <p:nvPr/>
              </p:nvSpPr>
              <p:spPr>
                <a:xfrm rot="10800000">
                  <a:off x="2551060" y="5352266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1" name="任意多边形: 形状 110">
                  <a:extLst>
                    <a:ext uri="{FF2B5EF4-FFF2-40B4-BE49-F238E27FC236}">
                      <a16:creationId xmlns:a16="http://schemas.microsoft.com/office/drawing/2014/main" id="{05D8CD35-7E4B-9039-EE9A-E579399A8257}"/>
                    </a:ext>
                  </a:extLst>
                </p:cNvPr>
                <p:cNvSpPr/>
                <p:nvPr/>
              </p:nvSpPr>
              <p:spPr>
                <a:xfrm>
                  <a:off x="4184546" y="5002278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13" name="组合 112">
                <a:extLst>
                  <a:ext uri="{FF2B5EF4-FFF2-40B4-BE49-F238E27FC236}">
                    <a16:creationId xmlns:a16="http://schemas.microsoft.com/office/drawing/2014/main" id="{FB3044F6-80A2-4A84-024A-79FE7CD28B88}"/>
                  </a:ext>
                </a:extLst>
              </p:cNvPr>
              <p:cNvGrpSpPr/>
              <p:nvPr/>
            </p:nvGrpSpPr>
            <p:grpSpPr>
              <a:xfrm>
                <a:off x="898524" y="5670124"/>
                <a:ext cx="4900458" cy="699976"/>
                <a:chOff x="917574" y="5002278"/>
                <a:chExt cx="4900458" cy="699976"/>
              </a:xfrm>
            </p:grpSpPr>
            <p:sp>
              <p:nvSpPr>
                <p:cNvPr id="114" name="任意多边形: 形状 113">
                  <a:extLst>
                    <a:ext uri="{FF2B5EF4-FFF2-40B4-BE49-F238E27FC236}">
                      <a16:creationId xmlns:a16="http://schemas.microsoft.com/office/drawing/2014/main" id="{AC059D08-F4FF-3631-CBC3-4E9122676B23}"/>
                    </a:ext>
                  </a:extLst>
                </p:cNvPr>
                <p:cNvSpPr/>
                <p:nvPr/>
              </p:nvSpPr>
              <p:spPr>
                <a:xfrm>
                  <a:off x="917574" y="5002278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5" name="任意多边形: 形状 114">
                  <a:extLst>
                    <a:ext uri="{FF2B5EF4-FFF2-40B4-BE49-F238E27FC236}">
                      <a16:creationId xmlns:a16="http://schemas.microsoft.com/office/drawing/2014/main" id="{BC95125B-B4D5-1D5A-48E6-6636894B10E0}"/>
                    </a:ext>
                  </a:extLst>
                </p:cNvPr>
                <p:cNvSpPr/>
                <p:nvPr/>
              </p:nvSpPr>
              <p:spPr>
                <a:xfrm rot="10800000">
                  <a:off x="2551060" y="5352266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6" name="任意多边形: 形状 115">
                  <a:extLst>
                    <a:ext uri="{FF2B5EF4-FFF2-40B4-BE49-F238E27FC236}">
                      <a16:creationId xmlns:a16="http://schemas.microsoft.com/office/drawing/2014/main" id="{B64AF925-DA3E-C900-8968-FD79A72BA865}"/>
                    </a:ext>
                  </a:extLst>
                </p:cNvPr>
                <p:cNvSpPr/>
                <p:nvPr/>
              </p:nvSpPr>
              <p:spPr>
                <a:xfrm>
                  <a:off x="4184546" y="5002278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17" name="组合 116">
                <a:extLst>
                  <a:ext uri="{FF2B5EF4-FFF2-40B4-BE49-F238E27FC236}">
                    <a16:creationId xmlns:a16="http://schemas.microsoft.com/office/drawing/2014/main" id="{8E10FED5-DC12-2CB5-88B4-458D488A9D6E}"/>
                  </a:ext>
                </a:extLst>
              </p:cNvPr>
              <p:cNvGrpSpPr/>
              <p:nvPr/>
            </p:nvGrpSpPr>
            <p:grpSpPr>
              <a:xfrm>
                <a:off x="898524" y="5492669"/>
                <a:ext cx="4900458" cy="699976"/>
                <a:chOff x="917574" y="5002278"/>
                <a:chExt cx="4900458" cy="699976"/>
              </a:xfrm>
            </p:grpSpPr>
            <p:sp>
              <p:nvSpPr>
                <p:cNvPr id="118" name="任意多边形: 形状 117">
                  <a:extLst>
                    <a:ext uri="{FF2B5EF4-FFF2-40B4-BE49-F238E27FC236}">
                      <a16:creationId xmlns:a16="http://schemas.microsoft.com/office/drawing/2014/main" id="{791B8438-0FE5-12DC-933F-FE93826CEF3A}"/>
                    </a:ext>
                  </a:extLst>
                </p:cNvPr>
                <p:cNvSpPr/>
                <p:nvPr/>
              </p:nvSpPr>
              <p:spPr>
                <a:xfrm>
                  <a:off x="917574" y="5002278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9" name="任意多边形: 形状 118">
                  <a:extLst>
                    <a:ext uri="{FF2B5EF4-FFF2-40B4-BE49-F238E27FC236}">
                      <a16:creationId xmlns:a16="http://schemas.microsoft.com/office/drawing/2014/main" id="{7320EC29-EA2C-878B-60C2-7542BB1305AB}"/>
                    </a:ext>
                  </a:extLst>
                </p:cNvPr>
                <p:cNvSpPr/>
                <p:nvPr/>
              </p:nvSpPr>
              <p:spPr>
                <a:xfrm rot="10800000">
                  <a:off x="2551060" y="5352266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0" name="任意多边形: 形状 119">
                  <a:extLst>
                    <a:ext uri="{FF2B5EF4-FFF2-40B4-BE49-F238E27FC236}">
                      <a16:creationId xmlns:a16="http://schemas.microsoft.com/office/drawing/2014/main" id="{51E47B4E-A2C8-0203-1C7E-0628CCFF8F1E}"/>
                    </a:ext>
                  </a:extLst>
                </p:cNvPr>
                <p:cNvSpPr/>
                <p:nvPr/>
              </p:nvSpPr>
              <p:spPr>
                <a:xfrm>
                  <a:off x="4184546" y="5002278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21" name="组合 120">
                <a:extLst>
                  <a:ext uri="{FF2B5EF4-FFF2-40B4-BE49-F238E27FC236}">
                    <a16:creationId xmlns:a16="http://schemas.microsoft.com/office/drawing/2014/main" id="{3A559F1C-EF6F-4B72-3FF5-7C24DD792583}"/>
                  </a:ext>
                </a:extLst>
              </p:cNvPr>
              <p:cNvGrpSpPr/>
              <p:nvPr/>
            </p:nvGrpSpPr>
            <p:grpSpPr>
              <a:xfrm>
                <a:off x="917572" y="5611585"/>
                <a:ext cx="4900458" cy="699976"/>
                <a:chOff x="917574" y="5002278"/>
                <a:chExt cx="4900458" cy="699976"/>
              </a:xfrm>
            </p:grpSpPr>
            <p:sp>
              <p:nvSpPr>
                <p:cNvPr id="122" name="任意多边形: 形状 121">
                  <a:extLst>
                    <a:ext uri="{FF2B5EF4-FFF2-40B4-BE49-F238E27FC236}">
                      <a16:creationId xmlns:a16="http://schemas.microsoft.com/office/drawing/2014/main" id="{EE77B363-4C53-FD43-E2A8-DB70C13C072A}"/>
                    </a:ext>
                  </a:extLst>
                </p:cNvPr>
                <p:cNvSpPr/>
                <p:nvPr/>
              </p:nvSpPr>
              <p:spPr>
                <a:xfrm>
                  <a:off x="917574" y="5002278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3" name="任意多边形: 形状 122">
                  <a:extLst>
                    <a:ext uri="{FF2B5EF4-FFF2-40B4-BE49-F238E27FC236}">
                      <a16:creationId xmlns:a16="http://schemas.microsoft.com/office/drawing/2014/main" id="{A39AC9D5-1F4E-113D-0B77-433499F6045E}"/>
                    </a:ext>
                  </a:extLst>
                </p:cNvPr>
                <p:cNvSpPr/>
                <p:nvPr/>
              </p:nvSpPr>
              <p:spPr>
                <a:xfrm rot="10800000">
                  <a:off x="2551060" y="5352266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4" name="任意多边形: 形状 123">
                  <a:extLst>
                    <a:ext uri="{FF2B5EF4-FFF2-40B4-BE49-F238E27FC236}">
                      <a16:creationId xmlns:a16="http://schemas.microsoft.com/office/drawing/2014/main" id="{D8AF7FF3-3AE6-B3D4-98D7-06C1F4246157}"/>
                    </a:ext>
                  </a:extLst>
                </p:cNvPr>
                <p:cNvSpPr/>
                <p:nvPr/>
              </p:nvSpPr>
              <p:spPr>
                <a:xfrm>
                  <a:off x="4184546" y="5002278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25" name="组合 124">
                <a:extLst>
                  <a:ext uri="{FF2B5EF4-FFF2-40B4-BE49-F238E27FC236}">
                    <a16:creationId xmlns:a16="http://schemas.microsoft.com/office/drawing/2014/main" id="{3EDC38B0-09BE-CC04-F3D3-F8383A45EB74}"/>
                  </a:ext>
                </a:extLst>
              </p:cNvPr>
              <p:cNvGrpSpPr/>
              <p:nvPr/>
            </p:nvGrpSpPr>
            <p:grpSpPr>
              <a:xfrm>
                <a:off x="898524" y="5431383"/>
                <a:ext cx="4900458" cy="699976"/>
                <a:chOff x="917574" y="5002278"/>
                <a:chExt cx="4900458" cy="699976"/>
              </a:xfrm>
            </p:grpSpPr>
            <p:sp>
              <p:nvSpPr>
                <p:cNvPr id="126" name="任意多边形: 形状 125">
                  <a:extLst>
                    <a:ext uri="{FF2B5EF4-FFF2-40B4-BE49-F238E27FC236}">
                      <a16:creationId xmlns:a16="http://schemas.microsoft.com/office/drawing/2014/main" id="{A455102D-05DD-B393-F98D-6F216C6B55D0}"/>
                    </a:ext>
                  </a:extLst>
                </p:cNvPr>
                <p:cNvSpPr/>
                <p:nvPr/>
              </p:nvSpPr>
              <p:spPr>
                <a:xfrm>
                  <a:off x="917574" y="5002278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7" name="任意多边形: 形状 126">
                  <a:extLst>
                    <a:ext uri="{FF2B5EF4-FFF2-40B4-BE49-F238E27FC236}">
                      <a16:creationId xmlns:a16="http://schemas.microsoft.com/office/drawing/2014/main" id="{4B8D8C6F-D9F7-58D4-7443-C9D28F6D3BC8}"/>
                    </a:ext>
                  </a:extLst>
                </p:cNvPr>
                <p:cNvSpPr/>
                <p:nvPr/>
              </p:nvSpPr>
              <p:spPr>
                <a:xfrm rot="10800000">
                  <a:off x="2551060" y="5352266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8" name="任意多边形: 形状 127">
                  <a:extLst>
                    <a:ext uri="{FF2B5EF4-FFF2-40B4-BE49-F238E27FC236}">
                      <a16:creationId xmlns:a16="http://schemas.microsoft.com/office/drawing/2014/main" id="{98E58F9A-55B6-A556-89AA-01AA7443B365}"/>
                    </a:ext>
                  </a:extLst>
                </p:cNvPr>
                <p:cNvSpPr/>
                <p:nvPr/>
              </p:nvSpPr>
              <p:spPr>
                <a:xfrm>
                  <a:off x="4184546" y="5002278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FD4A5A69-D842-96C0-4A29-7C6B2A105755}"/>
                </a:ext>
              </a:extLst>
            </p:cNvPr>
            <p:cNvGrpSpPr/>
            <p:nvPr/>
          </p:nvGrpSpPr>
          <p:grpSpPr>
            <a:xfrm>
              <a:off x="885824" y="4849755"/>
              <a:ext cx="4919506" cy="938717"/>
              <a:chOff x="898524" y="5431383"/>
              <a:chExt cx="4919506" cy="938717"/>
            </a:xfrm>
          </p:grpSpPr>
          <p:grpSp>
            <p:nvGrpSpPr>
              <p:cNvPr id="131" name="组合 130">
                <a:extLst>
                  <a:ext uri="{FF2B5EF4-FFF2-40B4-BE49-F238E27FC236}">
                    <a16:creationId xmlns:a16="http://schemas.microsoft.com/office/drawing/2014/main" id="{940ADC91-A6F4-7D36-CBA7-A5B93C40A0EF}"/>
                  </a:ext>
                </a:extLst>
              </p:cNvPr>
              <p:cNvGrpSpPr/>
              <p:nvPr/>
            </p:nvGrpSpPr>
            <p:grpSpPr>
              <a:xfrm>
                <a:off x="898524" y="5542656"/>
                <a:ext cx="4900458" cy="699976"/>
                <a:chOff x="917574" y="5002278"/>
                <a:chExt cx="4900458" cy="699976"/>
              </a:xfrm>
            </p:grpSpPr>
            <p:sp>
              <p:nvSpPr>
                <p:cNvPr id="148" name="任意多边形: 形状 147">
                  <a:extLst>
                    <a:ext uri="{FF2B5EF4-FFF2-40B4-BE49-F238E27FC236}">
                      <a16:creationId xmlns:a16="http://schemas.microsoft.com/office/drawing/2014/main" id="{DF536818-39AE-1FFE-B8C9-97D4881B319B}"/>
                    </a:ext>
                  </a:extLst>
                </p:cNvPr>
                <p:cNvSpPr/>
                <p:nvPr/>
              </p:nvSpPr>
              <p:spPr>
                <a:xfrm>
                  <a:off x="917574" y="5002278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9" name="任意多边形: 形状 148">
                  <a:extLst>
                    <a:ext uri="{FF2B5EF4-FFF2-40B4-BE49-F238E27FC236}">
                      <a16:creationId xmlns:a16="http://schemas.microsoft.com/office/drawing/2014/main" id="{918C0805-D669-2FF5-71CD-B647F3760B12}"/>
                    </a:ext>
                  </a:extLst>
                </p:cNvPr>
                <p:cNvSpPr/>
                <p:nvPr/>
              </p:nvSpPr>
              <p:spPr>
                <a:xfrm rot="10800000">
                  <a:off x="2551060" y="5352266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0" name="任意多边形: 形状 149">
                  <a:extLst>
                    <a:ext uri="{FF2B5EF4-FFF2-40B4-BE49-F238E27FC236}">
                      <a16:creationId xmlns:a16="http://schemas.microsoft.com/office/drawing/2014/main" id="{CF326AEF-BF92-6624-E08B-1A5EDAC7E840}"/>
                    </a:ext>
                  </a:extLst>
                </p:cNvPr>
                <p:cNvSpPr/>
                <p:nvPr/>
              </p:nvSpPr>
              <p:spPr>
                <a:xfrm>
                  <a:off x="4184546" y="5002278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32" name="组合 131">
                <a:extLst>
                  <a:ext uri="{FF2B5EF4-FFF2-40B4-BE49-F238E27FC236}">
                    <a16:creationId xmlns:a16="http://schemas.microsoft.com/office/drawing/2014/main" id="{BF1E82A8-77F0-DA79-DD35-217AD18D021D}"/>
                  </a:ext>
                </a:extLst>
              </p:cNvPr>
              <p:cNvGrpSpPr/>
              <p:nvPr/>
            </p:nvGrpSpPr>
            <p:grpSpPr>
              <a:xfrm>
                <a:off x="898524" y="5670124"/>
                <a:ext cx="4900458" cy="699976"/>
                <a:chOff x="917574" y="5002278"/>
                <a:chExt cx="4900458" cy="699976"/>
              </a:xfrm>
            </p:grpSpPr>
            <p:sp>
              <p:nvSpPr>
                <p:cNvPr id="145" name="任意多边形: 形状 144">
                  <a:extLst>
                    <a:ext uri="{FF2B5EF4-FFF2-40B4-BE49-F238E27FC236}">
                      <a16:creationId xmlns:a16="http://schemas.microsoft.com/office/drawing/2014/main" id="{41A7B0D6-E123-50F1-2633-DFEF70EA8E17}"/>
                    </a:ext>
                  </a:extLst>
                </p:cNvPr>
                <p:cNvSpPr/>
                <p:nvPr/>
              </p:nvSpPr>
              <p:spPr>
                <a:xfrm>
                  <a:off x="917574" y="5002278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6" name="任意多边形: 形状 145">
                  <a:extLst>
                    <a:ext uri="{FF2B5EF4-FFF2-40B4-BE49-F238E27FC236}">
                      <a16:creationId xmlns:a16="http://schemas.microsoft.com/office/drawing/2014/main" id="{9539ABFD-4E19-D4AA-331B-D2F2355259C7}"/>
                    </a:ext>
                  </a:extLst>
                </p:cNvPr>
                <p:cNvSpPr/>
                <p:nvPr/>
              </p:nvSpPr>
              <p:spPr>
                <a:xfrm rot="10800000">
                  <a:off x="2551060" y="5352266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7" name="任意多边形: 形状 146">
                  <a:extLst>
                    <a:ext uri="{FF2B5EF4-FFF2-40B4-BE49-F238E27FC236}">
                      <a16:creationId xmlns:a16="http://schemas.microsoft.com/office/drawing/2014/main" id="{AC99829B-D5FB-56B9-88CD-88CA3295C8DE}"/>
                    </a:ext>
                  </a:extLst>
                </p:cNvPr>
                <p:cNvSpPr/>
                <p:nvPr/>
              </p:nvSpPr>
              <p:spPr>
                <a:xfrm>
                  <a:off x="4184546" y="5002278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33" name="组合 132">
                <a:extLst>
                  <a:ext uri="{FF2B5EF4-FFF2-40B4-BE49-F238E27FC236}">
                    <a16:creationId xmlns:a16="http://schemas.microsoft.com/office/drawing/2014/main" id="{ED242765-D745-2B93-2212-E36D0369C478}"/>
                  </a:ext>
                </a:extLst>
              </p:cNvPr>
              <p:cNvGrpSpPr/>
              <p:nvPr/>
            </p:nvGrpSpPr>
            <p:grpSpPr>
              <a:xfrm>
                <a:off x="898524" y="5492669"/>
                <a:ext cx="4900458" cy="699976"/>
                <a:chOff x="917574" y="5002278"/>
                <a:chExt cx="4900458" cy="699976"/>
              </a:xfrm>
            </p:grpSpPr>
            <p:sp>
              <p:nvSpPr>
                <p:cNvPr id="142" name="任意多边形: 形状 141">
                  <a:extLst>
                    <a:ext uri="{FF2B5EF4-FFF2-40B4-BE49-F238E27FC236}">
                      <a16:creationId xmlns:a16="http://schemas.microsoft.com/office/drawing/2014/main" id="{CAE82657-AD0A-4D72-3796-98ECFC3B2598}"/>
                    </a:ext>
                  </a:extLst>
                </p:cNvPr>
                <p:cNvSpPr/>
                <p:nvPr/>
              </p:nvSpPr>
              <p:spPr>
                <a:xfrm>
                  <a:off x="917574" y="5002278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3" name="任意多边形: 形状 142">
                  <a:extLst>
                    <a:ext uri="{FF2B5EF4-FFF2-40B4-BE49-F238E27FC236}">
                      <a16:creationId xmlns:a16="http://schemas.microsoft.com/office/drawing/2014/main" id="{B828D975-031F-7F37-5534-802E4F31D2AF}"/>
                    </a:ext>
                  </a:extLst>
                </p:cNvPr>
                <p:cNvSpPr/>
                <p:nvPr/>
              </p:nvSpPr>
              <p:spPr>
                <a:xfrm rot="10800000">
                  <a:off x="2551060" y="5352266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4" name="任意多边形: 形状 143">
                  <a:extLst>
                    <a:ext uri="{FF2B5EF4-FFF2-40B4-BE49-F238E27FC236}">
                      <a16:creationId xmlns:a16="http://schemas.microsoft.com/office/drawing/2014/main" id="{73C38CD8-BA39-694F-88E3-E5510D9851D9}"/>
                    </a:ext>
                  </a:extLst>
                </p:cNvPr>
                <p:cNvSpPr/>
                <p:nvPr/>
              </p:nvSpPr>
              <p:spPr>
                <a:xfrm>
                  <a:off x="4184546" y="5002278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34" name="组合 133">
                <a:extLst>
                  <a:ext uri="{FF2B5EF4-FFF2-40B4-BE49-F238E27FC236}">
                    <a16:creationId xmlns:a16="http://schemas.microsoft.com/office/drawing/2014/main" id="{B6848552-72AD-4BA0-B8D3-148DAC72C990}"/>
                  </a:ext>
                </a:extLst>
              </p:cNvPr>
              <p:cNvGrpSpPr/>
              <p:nvPr/>
            </p:nvGrpSpPr>
            <p:grpSpPr>
              <a:xfrm>
                <a:off x="917572" y="5611585"/>
                <a:ext cx="4900458" cy="699976"/>
                <a:chOff x="917574" y="5002278"/>
                <a:chExt cx="4900458" cy="699976"/>
              </a:xfrm>
            </p:grpSpPr>
            <p:sp>
              <p:nvSpPr>
                <p:cNvPr id="139" name="任意多边形: 形状 138">
                  <a:extLst>
                    <a:ext uri="{FF2B5EF4-FFF2-40B4-BE49-F238E27FC236}">
                      <a16:creationId xmlns:a16="http://schemas.microsoft.com/office/drawing/2014/main" id="{82AC0E66-C671-710B-DF22-D64C25460C5C}"/>
                    </a:ext>
                  </a:extLst>
                </p:cNvPr>
                <p:cNvSpPr/>
                <p:nvPr/>
              </p:nvSpPr>
              <p:spPr>
                <a:xfrm>
                  <a:off x="917574" y="5002278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0" name="任意多边形: 形状 139">
                  <a:extLst>
                    <a:ext uri="{FF2B5EF4-FFF2-40B4-BE49-F238E27FC236}">
                      <a16:creationId xmlns:a16="http://schemas.microsoft.com/office/drawing/2014/main" id="{E5A844E2-A2A1-F824-2582-40B8B4CD5E90}"/>
                    </a:ext>
                  </a:extLst>
                </p:cNvPr>
                <p:cNvSpPr/>
                <p:nvPr/>
              </p:nvSpPr>
              <p:spPr>
                <a:xfrm rot="10800000">
                  <a:off x="2551060" y="5352266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1" name="任意多边形: 形状 140">
                  <a:extLst>
                    <a:ext uri="{FF2B5EF4-FFF2-40B4-BE49-F238E27FC236}">
                      <a16:creationId xmlns:a16="http://schemas.microsoft.com/office/drawing/2014/main" id="{B28A582B-8592-8047-73FC-858D326BB221}"/>
                    </a:ext>
                  </a:extLst>
                </p:cNvPr>
                <p:cNvSpPr/>
                <p:nvPr/>
              </p:nvSpPr>
              <p:spPr>
                <a:xfrm>
                  <a:off x="4184546" y="5002278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35" name="组合 134">
                <a:extLst>
                  <a:ext uri="{FF2B5EF4-FFF2-40B4-BE49-F238E27FC236}">
                    <a16:creationId xmlns:a16="http://schemas.microsoft.com/office/drawing/2014/main" id="{C79C7B49-D186-D11D-8B7A-2544FBEC48EA}"/>
                  </a:ext>
                </a:extLst>
              </p:cNvPr>
              <p:cNvGrpSpPr/>
              <p:nvPr/>
            </p:nvGrpSpPr>
            <p:grpSpPr>
              <a:xfrm>
                <a:off x="898524" y="5431383"/>
                <a:ext cx="4900458" cy="699976"/>
                <a:chOff x="917574" y="5002278"/>
                <a:chExt cx="4900458" cy="699976"/>
              </a:xfrm>
            </p:grpSpPr>
            <p:sp>
              <p:nvSpPr>
                <p:cNvPr id="136" name="任意多边形: 形状 135">
                  <a:extLst>
                    <a:ext uri="{FF2B5EF4-FFF2-40B4-BE49-F238E27FC236}">
                      <a16:creationId xmlns:a16="http://schemas.microsoft.com/office/drawing/2014/main" id="{C8D2AE31-D793-807A-0EB0-2CB1E4E322BB}"/>
                    </a:ext>
                  </a:extLst>
                </p:cNvPr>
                <p:cNvSpPr/>
                <p:nvPr/>
              </p:nvSpPr>
              <p:spPr>
                <a:xfrm>
                  <a:off x="917574" y="5002278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7" name="任意多边形: 形状 136">
                  <a:extLst>
                    <a:ext uri="{FF2B5EF4-FFF2-40B4-BE49-F238E27FC236}">
                      <a16:creationId xmlns:a16="http://schemas.microsoft.com/office/drawing/2014/main" id="{0AE4CE2E-6FCD-89D4-7629-90E165A43592}"/>
                    </a:ext>
                  </a:extLst>
                </p:cNvPr>
                <p:cNvSpPr/>
                <p:nvPr/>
              </p:nvSpPr>
              <p:spPr>
                <a:xfrm rot="10800000">
                  <a:off x="2551060" y="5352266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8" name="任意多边形: 形状 137">
                  <a:extLst>
                    <a:ext uri="{FF2B5EF4-FFF2-40B4-BE49-F238E27FC236}">
                      <a16:creationId xmlns:a16="http://schemas.microsoft.com/office/drawing/2014/main" id="{30302C56-5FAF-51B4-9F50-CFAAA402F6C1}"/>
                    </a:ext>
                  </a:extLst>
                </p:cNvPr>
                <p:cNvSpPr/>
                <p:nvPr/>
              </p:nvSpPr>
              <p:spPr>
                <a:xfrm>
                  <a:off x="4184546" y="5002278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151" name="组合 150">
              <a:extLst>
                <a:ext uri="{FF2B5EF4-FFF2-40B4-BE49-F238E27FC236}">
                  <a16:creationId xmlns:a16="http://schemas.microsoft.com/office/drawing/2014/main" id="{6C18FAEA-5BA2-7305-E93F-BC2A664DE23E}"/>
                </a:ext>
              </a:extLst>
            </p:cNvPr>
            <p:cNvGrpSpPr/>
            <p:nvPr/>
          </p:nvGrpSpPr>
          <p:grpSpPr>
            <a:xfrm>
              <a:off x="879476" y="4226328"/>
              <a:ext cx="4919506" cy="938717"/>
              <a:chOff x="898524" y="5431383"/>
              <a:chExt cx="4919506" cy="938717"/>
            </a:xfrm>
          </p:grpSpPr>
          <p:grpSp>
            <p:nvGrpSpPr>
              <p:cNvPr id="152" name="组合 151">
                <a:extLst>
                  <a:ext uri="{FF2B5EF4-FFF2-40B4-BE49-F238E27FC236}">
                    <a16:creationId xmlns:a16="http://schemas.microsoft.com/office/drawing/2014/main" id="{CA172B32-3475-CD75-E3D2-DE2423AC311E}"/>
                  </a:ext>
                </a:extLst>
              </p:cNvPr>
              <p:cNvGrpSpPr/>
              <p:nvPr/>
            </p:nvGrpSpPr>
            <p:grpSpPr>
              <a:xfrm>
                <a:off x="898524" y="5542656"/>
                <a:ext cx="4900458" cy="699976"/>
                <a:chOff x="917574" y="5002278"/>
                <a:chExt cx="4900458" cy="699976"/>
              </a:xfrm>
            </p:grpSpPr>
            <p:sp>
              <p:nvSpPr>
                <p:cNvPr id="169" name="任意多边形: 形状 168">
                  <a:extLst>
                    <a:ext uri="{FF2B5EF4-FFF2-40B4-BE49-F238E27FC236}">
                      <a16:creationId xmlns:a16="http://schemas.microsoft.com/office/drawing/2014/main" id="{A9E26015-E65A-A7C8-4871-2189AE7DFDD6}"/>
                    </a:ext>
                  </a:extLst>
                </p:cNvPr>
                <p:cNvSpPr/>
                <p:nvPr/>
              </p:nvSpPr>
              <p:spPr>
                <a:xfrm>
                  <a:off x="917574" y="5002278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0" name="任意多边形: 形状 169">
                  <a:extLst>
                    <a:ext uri="{FF2B5EF4-FFF2-40B4-BE49-F238E27FC236}">
                      <a16:creationId xmlns:a16="http://schemas.microsoft.com/office/drawing/2014/main" id="{EAF13F1F-353B-998C-D008-C2141A6D4F71}"/>
                    </a:ext>
                  </a:extLst>
                </p:cNvPr>
                <p:cNvSpPr/>
                <p:nvPr/>
              </p:nvSpPr>
              <p:spPr>
                <a:xfrm rot="10800000">
                  <a:off x="2551060" y="5352266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1" name="任意多边形: 形状 170">
                  <a:extLst>
                    <a:ext uri="{FF2B5EF4-FFF2-40B4-BE49-F238E27FC236}">
                      <a16:creationId xmlns:a16="http://schemas.microsoft.com/office/drawing/2014/main" id="{D433C2AA-8A40-C2FC-B682-94BAACD746F7}"/>
                    </a:ext>
                  </a:extLst>
                </p:cNvPr>
                <p:cNvSpPr/>
                <p:nvPr/>
              </p:nvSpPr>
              <p:spPr>
                <a:xfrm>
                  <a:off x="4184546" y="5002278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53" name="组合 152">
                <a:extLst>
                  <a:ext uri="{FF2B5EF4-FFF2-40B4-BE49-F238E27FC236}">
                    <a16:creationId xmlns:a16="http://schemas.microsoft.com/office/drawing/2014/main" id="{793BB79F-7179-C154-975B-36A64F9B0EE2}"/>
                  </a:ext>
                </a:extLst>
              </p:cNvPr>
              <p:cNvGrpSpPr/>
              <p:nvPr/>
            </p:nvGrpSpPr>
            <p:grpSpPr>
              <a:xfrm>
                <a:off x="898524" y="5670124"/>
                <a:ext cx="4900458" cy="699976"/>
                <a:chOff x="917574" y="5002278"/>
                <a:chExt cx="4900458" cy="699976"/>
              </a:xfrm>
            </p:grpSpPr>
            <p:sp>
              <p:nvSpPr>
                <p:cNvPr id="166" name="任意多边形: 形状 165">
                  <a:extLst>
                    <a:ext uri="{FF2B5EF4-FFF2-40B4-BE49-F238E27FC236}">
                      <a16:creationId xmlns:a16="http://schemas.microsoft.com/office/drawing/2014/main" id="{CE623C60-BEAB-EAA6-AB58-97E65E9D492A}"/>
                    </a:ext>
                  </a:extLst>
                </p:cNvPr>
                <p:cNvSpPr/>
                <p:nvPr/>
              </p:nvSpPr>
              <p:spPr>
                <a:xfrm>
                  <a:off x="917574" y="5002278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7" name="任意多边形: 形状 166">
                  <a:extLst>
                    <a:ext uri="{FF2B5EF4-FFF2-40B4-BE49-F238E27FC236}">
                      <a16:creationId xmlns:a16="http://schemas.microsoft.com/office/drawing/2014/main" id="{D5AB144C-EBF2-E891-D587-DE090C7EE27C}"/>
                    </a:ext>
                  </a:extLst>
                </p:cNvPr>
                <p:cNvSpPr/>
                <p:nvPr/>
              </p:nvSpPr>
              <p:spPr>
                <a:xfrm rot="10800000">
                  <a:off x="2551060" y="5352266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8" name="任意多边形: 形状 167">
                  <a:extLst>
                    <a:ext uri="{FF2B5EF4-FFF2-40B4-BE49-F238E27FC236}">
                      <a16:creationId xmlns:a16="http://schemas.microsoft.com/office/drawing/2014/main" id="{0A59C355-266C-72D2-579D-C36AFC588EFD}"/>
                    </a:ext>
                  </a:extLst>
                </p:cNvPr>
                <p:cNvSpPr/>
                <p:nvPr/>
              </p:nvSpPr>
              <p:spPr>
                <a:xfrm>
                  <a:off x="4184546" y="5002278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54" name="组合 153">
                <a:extLst>
                  <a:ext uri="{FF2B5EF4-FFF2-40B4-BE49-F238E27FC236}">
                    <a16:creationId xmlns:a16="http://schemas.microsoft.com/office/drawing/2014/main" id="{FF18339C-63F9-8C95-1140-E0209B392872}"/>
                  </a:ext>
                </a:extLst>
              </p:cNvPr>
              <p:cNvGrpSpPr/>
              <p:nvPr/>
            </p:nvGrpSpPr>
            <p:grpSpPr>
              <a:xfrm>
                <a:off x="898524" y="5492669"/>
                <a:ext cx="4900458" cy="699976"/>
                <a:chOff x="917574" y="5002278"/>
                <a:chExt cx="4900458" cy="699976"/>
              </a:xfrm>
            </p:grpSpPr>
            <p:sp>
              <p:nvSpPr>
                <p:cNvPr id="163" name="任意多边形: 形状 162">
                  <a:extLst>
                    <a:ext uri="{FF2B5EF4-FFF2-40B4-BE49-F238E27FC236}">
                      <a16:creationId xmlns:a16="http://schemas.microsoft.com/office/drawing/2014/main" id="{A091E289-0B61-6BF6-6730-FD7954514511}"/>
                    </a:ext>
                  </a:extLst>
                </p:cNvPr>
                <p:cNvSpPr/>
                <p:nvPr/>
              </p:nvSpPr>
              <p:spPr>
                <a:xfrm>
                  <a:off x="917574" y="5002278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4" name="任意多边形: 形状 163">
                  <a:extLst>
                    <a:ext uri="{FF2B5EF4-FFF2-40B4-BE49-F238E27FC236}">
                      <a16:creationId xmlns:a16="http://schemas.microsoft.com/office/drawing/2014/main" id="{70A316C5-E9B8-9162-D2A4-1F5577AB5F25}"/>
                    </a:ext>
                  </a:extLst>
                </p:cNvPr>
                <p:cNvSpPr/>
                <p:nvPr/>
              </p:nvSpPr>
              <p:spPr>
                <a:xfrm rot="10800000">
                  <a:off x="2551060" y="5352266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5" name="任意多边形: 形状 164">
                  <a:extLst>
                    <a:ext uri="{FF2B5EF4-FFF2-40B4-BE49-F238E27FC236}">
                      <a16:creationId xmlns:a16="http://schemas.microsoft.com/office/drawing/2014/main" id="{277DF2A5-A379-B405-442A-8C170BB9B43F}"/>
                    </a:ext>
                  </a:extLst>
                </p:cNvPr>
                <p:cNvSpPr/>
                <p:nvPr/>
              </p:nvSpPr>
              <p:spPr>
                <a:xfrm>
                  <a:off x="4184546" y="5002278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55" name="组合 154">
                <a:extLst>
                  <a:ext uri="{FF2B5EF4-FFF2-40B4-BE49-F238E27FC236}">
                    <a16:creationId xmlns:a16="http://schemas.microsoft.com/office/drawing/2014/main" id="{572F27A5-9275-24AF-36C5-DA45F9772149}"/>
                  </a:ext>
                </a:extLst>
              </p:cNvPr>
              <p:cNvGrpSpPr/>
              <p:nvPr/>
            </p:nvGrpSpPr>
            <p:grpSpPr>
              <a:xfrm>
                <a:off x="917572" y="5611585"/>
                <a:ext cx="4900458" cy="699976"/>
                <a:chOff x="917574" y="5002278"/>
                <a:chExt cx="4900458" cy="699976"/>
              </a:xfrm>
            </p:grpSpPr>
            <p:sp>
              <p:nvSpPr>
                <p:cNvPr id="160" name="任意多边形: 形状 159">
                  <a:extLst>
                    <a:ext uri="{FF2B5EF4-FFF2-40B4-BE49-F238E27FC236}">
                      <a16:creationId xmlns:a16="http://schemas.microsoft.com/office/drawing/2014/main" id="{1D627F8D-BB21-57E5-DCE4-708E4AF9904A}"/>
                    </a:ext>
                  </a:extLst>
                </p:cNvPr>
                <p:cNvSpPr/>
                <p:nvPr/>
              </p:nvSpPr>
              <p:spPr>
                <a:xfrm>
                  <a:off x="917574" y="5002278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1" name="任意多边形: 形状 160">
                  <a:extLst>
                    <a:ext uri="{FF2B5EF4-FFF2-40B4-BE49-F238E27FC236}">
                      <a16:creationId xmlns:a16="http://schemas.microsoft.com/office/drawing/2014/main" id="{5CBDF0D9-5D76-94BF-84AC-CBAC92D9F69A}"/>
                    </a:ext>
                  </a:extLst>
                </p:cNvPr>
                <p:cNvSpPr/>
                <p:nvPr/>
              </p:nvSpPr>
              <p:spPr>
                <a:xfrm rot="10800000">
                  <a:off x="2551060" y="5352266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2" name="任意多边形: 形状 161">
                  <a:extLst>
                    <a:ext uri="{FF2B5EF4-FFF2-40B4-BE49-F238E27FC236}">
                      <a16:creationId xmlns:a16="http://schemas.microsoft.com/office/drawing/2014/main" id="{45F52E5C-551D-678E-205B-3A1761CE4172}"/>
                    </a:ext>
                  </a:extLst>
                </p:cNvPr>
                <p:cNvSpPr/>
                <p:nvPr/>
              </p:nvSpPr>
              <p:spPr>
                <a:xfrm>
                  <a:off x="4184546" y="5002278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56" name="组合 155">
                <a:extLst>
                  <a:ext uri="{FF2B5EF4-FFF2-40B4-BE49-F238E27FC236}">
                    <a16:creationId xmlns:a16="http://schemas.microsoft.com/office/drawing/2014/main" id="{AE94D356-694B-4044-6326-B95FE75C5759}"/>
                  </a:ext>
                </a:extLst>
              </p:cNvPr>
              <p:cNvGrpSpPr/>
              <p:nvPr/>
            </p:nvGrpSpPr>
            <p:grpSpPr>
              <a:xfrm>
                <a:off x="898524" y="5431383"/>
                <a:ext cx="4900458" cy="699976"/>
                <a:chOff x="917574" y="5002278"/>
                <a:chExt cx="4900458" cy="699976"/>
              </a:xfrm>
            </p:grpSpPr>
            <p:sp>
              <p:nvSpPr>
                <p:cNvPr id="157" name="任意多边形: 形状 156">
                  <a:extLst>
                    <a:ext uri="{FF2B5EF4-FFF2-40B4-BE49-F238E27FC236}">
                      <a16:creationId xmlns:a16="http://schemas.microsoft.com/office/drawing/2014/main" id="{A550E14B-22BC-A60E-C108-9A08CAC040C9}"/>
                    </a:ext>
                  </a:extLst>
                </p:cNvPr>
                <p:cNvSpPr/>
                <p:nvPr/>
              </p:nvSpPr>
              <p:spPr>
                <a:xfrm>
                  <a:off x="917574" y="5002278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8" name="任意多边形: 形状 157">
                  <a:extLst>
                    <a:ext uri="{FF2B5EF4-FFF2-40B4-BE49-F238E27FC236}">
                      <a16:creationId xmlns:a16="http://schemas.microsoft.com/office/drawing/2014/main" id="{314FCC42-5915-DB88-4BF3-92FE5DFB9EA3}"/>
                    </a:ext>
                  </a:extLst>
                </p:cNvPr>
                <p:cNvSpPr/>
                <p:nvPr/>
              </p:nvSpPr>
              <p:spPr>
                <a:xfrm rot="10800000">
                  <a:off x="2551060" y="5352266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9" name="任意多边形: 形状 158">
                  <a:extLst>
                    <a:ext uri="{FF2B5EF4-FFF2-40B4-BE49-F238E27FC236}">
                      <a16:creationId xmlns:a16="http://schemas.microsoft.com/office/drawing/2014/main" id="{AA5D42A6-594C-EABD-0473-6D4EF86AB490}"/>
                    </a:ext>
                  </a:extLst>
                </p:cNvPr>
                <p:cNvSpPr/>
                <p:nvPr/>
              </p:nvSpPr>
              <p:spPr>
                <a:xfrm>
                  <a:off x="4184546" y="5002278"/>
                  <a:ext cx="1633486" cy="349988"/>
                </a:xfrm>
                <a:custGeom>
                  <a:avLst/>
                  <a:gdLst>
                    <a:gd name="csX0" fmla="*/ 0 w 939800"/>
                    <a:gd name="csY0" fmla="*/ 615952 h 622302"/>
                    <a:gd name="csX1" fmla="*/ 450850 w 939800"/>
                    <a:gd name="csY1" fmla="*/ 2 h 622302"/>
                    <a:gd name="csX2" fmla="*/ 939800 w 939800"/>
                    <a:gd name="csY2" fmla="*/ 622302 h 6223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939800" h="622302">
                      <a:moveTo>
                        <a:pt x="0" y="615952"/>
                      </a:moveTo>
                      <a:cubicBezTo>
                        <a:pt x="147108" y="307448"/>
                        <a:pt x="294217" y="-1056"/>
                        <a:pt x="450850" y="2"/>
                      </a:cubicBezTo>
                      <a:cubicBezTo>
                        <a:pt x="607483" y="1060"/>
                        <a:pt x="800100" y="438152"/>
                        <a:pt x="939800" y="622302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8336AB31-91DF-C025-84FD-5AF326E00F21}"/>
              </a:ext>
            </a:extLst>
          </p:cNvPr>
          <p:cNvGrpSpPr/>
          <p:nvPr/>
        </p:nvGrpSpPr>
        <p:grpSpPr>
          <a:xfrm>
            <a:off x="6770768" y="2980220"/>
            <a:ext cx="101364" cy="593378"/>
            <a:chOff x="8978900" y="1466850"/>
            <a:chExt cx="584200" cy="3419879"/>
          </a:xfrm>
        </p:grpSpPr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F0306BA5-940A-8805-7CE2-A1064EED7970}"/>
                </a:ext>
              </a:extLst>
            </p:cNvPr>
            <p:cNvSpPr/>
            <p:nvPr/>
          </p:nvSpPr>
          <p:spPr>
            <a:xfrm flipH="1" flipV="1">
              <a:off x="8978900" y="1466850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7EBDC34C-BDEA-20A0-6881-B44049373A67}"/>
                </a:ext>
              </a:extLst>
            </p:cNvPr>
            <p:cNvSpPr/>
            <p:nvPr/>
          </p:nvSpPr>
          <p:spPr>
            <a:xfrm flipH="1" flipV="1">
              <a:off x="8978900" y="2174728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B7171203-7685-1513-3BDA-6A3F965B96FE}"/>
                </a:ext>
              </a:extLst>
            </p:cNvPr>
            <p:cNvSpPr/>
            <p:nvPr/>
          </p:nvSpPr>
          <p:spPr>
            <a:xfrm flipH="1" flipV="1">
              <a:off x="8978900" y="2883995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椭圆 98">
              <a:extLst>
                <a:ext uri="{FF2B5EF4-FFF2-40B4-BE49-F238E27FC236}">
                  <a16:creationId xmlns:a16="http://schemas.microsoft.com/office/drawing/2014/main" id="{151C4116-2691-EC56-04F2-A04CC3BF4CE8}"/>
                </a:ext>
              </a:extLst>
            </p:cNvPr>
            <p:cNvSpPr/>
            <p:nvPr/>
          </p:nvSpPr>
          <p:spPr>
            <a:xfrm flipH="1" flipV="1">
              <a:off x="8978900" y="3593262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E4A77A7F-5F97-3807-37C5-4816DDB35E2C}"/>
                </a:ext>
              </a:extLst>
            </p:cNvPr>
            <p:cNvSpPr/>
            <p:nvPr/>
          </p:nvSpPr>
          <p:spPr>
            <a:xfrm flipH="1" flipV="1">
              <a:off x="8978900" y="4302529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973FC5D6-7E83-B455-DB59-265BCE39AEA4}"/>
              </a:ext>
            </a:extLst>
          </p:cNvPr>
          <p:cNvGrpSpPr/>
          <p:nvPr/>
        </p:nvGrpSpPr>
        <p:grpSpPr>
          <a:xfrm>
            <a:off x="6927067" y="2923139"/>
            <a:ext cx="101364" cy="593378"/>
            <a:chOff x="8978900" y="1466850"/>
            <a:chExt cx="584200" cy="3419879"/>
          </a:xfrm>
        </p:grpSpPr>
        <p:sp>
          <p:nvSpPr>
            <p:cNvPr id="102" name="椭圆 101">
              <a:extLst>
                <a:ext uri="{FF2B5EF4-FFF2-40B4-BE49-F238E27FC236}">
                  <a16:creationId xmlns:a16="http://schemas.microsoft.com/office/drawing/2014/main" id="{89ED7342-1DE3-AA0B-A73D-148FBD008768}"/>
                </a:ext>
              </a:extLst>
            </p:cNvPr>
            <p:cNvSpPr/>
            <p:nvPr/>
          </p:nvSpPr>
          <p:spPr>
            <a:xfrm flipH="1" flipV="1">
              <a:off x="8978900" y="1466850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椭圆 102">
              <a:extLst>
                <a:ext uri="{FF2B5EF4-FFF2-40B4-BE49-F238E27FC236}">
                  <a16:creationId xmlns:a16="http://schemas.microsoft.com/office/drawing/2014/main" id="{CF14E63A-EDA4-B5B8-9F57-B381EA548EDF}"/>
                </a:ext>
              </a:extLst>
            </p:cNvPr>
            <p:cNvSpPr/>
            <p:nvPr/>
          </p:nvSpPr>
          <p:spPr>
            <a:xfrm flipH="1" flipV="1">
              <a:off x="8978900" y="2174728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369439DC-9D76-16A6-CA66-F356286AA870}"/>
                </a:ext>
              </a:extLst>
            </p:cNvPr>
            <p:cNvSpPr/>
            <p:nvPr/>
          </p:nvSpPr>
          <p:spPr>
            <a:xfrm flipH="1" flipV="1">
              <a:off x="8978900" y="2883995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DEA4F48A-8F06-FA53-FDCB-B614ACA4BA5F}"/>
                </a:ext>
              </a:extLst>
            </p:cNvPr>
            <p:cNvSpPr/>
            <p:nvPr/>
          </p:nvSpPr>
          <p:spPr>
            <a:xfrm flipH="1" flipV="1">
              <a:off x="8978900" y="3593262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41DD4D13-D683-F127-4442-BB9F307BB811}"/>
                </a:ext>
              </a:extLst>
            </p:cNvPr>
            <p:cNvSpPr/>
            <p:nvPr/>
          </p:nvSpPr>
          <p:spPr>
            <a:xfrm flipH="1" flipV="1">
              <a:off x="8978900" y="4302529"/>
              <a:ext cx="584200" cy="5842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1" name="组合 210">
            <a:extLst>
              <a:ext uri="{FF2B5EF4-FFF2-40B4-BE49-F238E27FC236}">
                <a16:creationId xmlns:a16="http://schemas.microsoft.com/office/drawing/2014/main" id="{B944E61A-59D0-24BB-CFFA-9AE593D3706F}"/>
              </a:ext>
            </a:extLst>
          </p:cNvPr>
          <p:cNvGrpSpPr/>
          <p:nvPr/>
        </p:nvGrpSpPr>
        <p:grpSpPr>
          <a:xfrm>
            <a:off x="4597401" y="3771900"/>
            <a:ext cx="422658" cy="88750"/>
            <a:chOff x="4368800" y="946150"/>
            <a:chExt cx="2397125" cy="591982"/>
          </a:xfrm>
        </p:grpSpPr>
        <p:sp>
          <p:nvSpPr>
            <p:cNvPr id="173" name="椭圆 172">
              <a:extLst>
                <a:ext uri="{FF2B5EF4-FFF2-40B4-BE49-F238E27FC236}">
                  <a16:creationId xmlns:a16="http://schemas.microsoft.com/office/drawing/2014/main" id="{DA92B765-4B2A-A627-F943-DE4784EDCB53}"/>
                </a:ext>
              </a:extLst>
            </p:cNvPr>
            <p:cNvSpPr/>
            <p:nvPr/>
          </p:nvSpPr>
          <p:spPr>
            <a:xfrm>
              <a:off x="43688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椭圆 175">
              <a:extLst>
                <a:ext uri="{FF2B5EF4-FFF2-40B4-BE49-F238E27FC236}">
                  <a16:creationId xmlns:a16="http://schemas.microsoft.com/office/drawing/2014/main" id="{40604E9F-ACA2-8B77-945C-26CBEEDD767F}"/>
                </a:ext>
              </a:extLst>
            </p:cNvPr>
            <p:cNvSpPr/>
            <p:nvPr/>
          </p:nvSpPr>
          <p:spPr>
            <a:xfrm>
              <a:off x="45720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椭圆 176">
              <a:extLst>
                <a:ext uri="{FF2B5EF4-FFF2-40B4-BE49-F238E27FC236}">
                  <a16:creationId xmlns:a16="http://schemas.microsoft.com/office/drawing/2014/main" id="{CAFB0911-FF47-CD0B-CF72-1E961199E6AD}"/>
                </a:ext>
              </a:extLst>
            </p:cNvPr>
            <p:cNvSpPr/>
            <p:nvPr/>
          </p:nvSpPr>
          <p:spPr>
            <a:xfrm>
              <a:off x="47752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椭圆 177">
              <a:extLst>
                <a:ext uri="{FF2B5EF4-FFF2-40B4-BE49-F238E27FC236}">
                  <a16:creationId xmlns:a16="http://schemas.microsoft.com/office/drawing/2014/main" id="{AE3F85D1-E1BF-069D-BBEA-DE019F3DF8F3}"/>
                </a:ext>
              </a:extLst>
            </p:cNvPr>
            <p:cNvSpPr/>
            <p:nvPr/>
          </p:nvSpPr>
          <p:spPr>
            <a:xfrm>
              <a:off x="43688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椭圆 178">
              <a:extLst>
                <a:ext uri="{FF2B5EF4-FFF2-40B4-BE49-F238E27FC236}">
                  <a16:creationId xmlns:a16="http://schemas.microsoft.com/office/drawing/2014/main" id="{2514FDF8-873D-A527-0137-44BB46BB0999}"/>
                </a:ext>
              </a:extLst>
            </p:cNvPr>
            <p:cNvSpPr/>
            <p:nvPr/>
          </p:nvSpPr>
          <p:spPr>
            <a:xfrm>
              <a:off x="45720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椭圆 179">
              <a:extLst>
                <a:ext uri="{FF2B5EF4-FFF2-40B4-BE49-F238E27FC236}">
                  <a16:creationId xmlns:a16="http://schemas.microsoft.com/office/drawing/2014/main" id="{49BF6448-D2C9-7434-BCC8-8C2CCDC4C510}"/>
                </a:ext>
              </a:extLst>
            </p:cNvPr>
            <p:cNvSpPr/>
            <p:nvPr/>
          </p:nvSpPr>
          <p:spPr>
            <a:xfrm>
              <a:off x="47752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椭圆 180">
              <a:extLst>
                <a:ext uri="{FF2B5EF4-FFF2-40B4-BE49-F238E27FC236}">
                  <a16:creationId xmlns:a16="http://schemas.microsoft.com/office/drawing/2014/main" id="{CEE6056E-36B9-C11E-9107-1E47C9A8CBB9}"/>
                </a:ext>
              </a:extLst>
            </p:cNvPr>
            <p:cNvSpPr/>
            <p:nvPr/>
          </p:nvSpPr>
          <p:spPr>
            <a:xfrm>
              <a:off x="43688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椭圆 181">
              <a:extLst>
                <a:ext uri="{FF2B5EF4-FFF2-40B4-BE49-F238E27FC236}">
                  <a16:creationId xmlns:a16="http://schemas.microsoft.com/office/drawing/2014/main" id="{2DEACA17-256F-7AA5-9B19-3E278CE5459F}"/>
                </a:ext>
              </a:extLst>
            </p:cNvPr>
            <p:cNvSpPr/>
            <p:nvPr/>
          </p:nvSpPr>
          <p:spPr>
            <a:xfrm>
              <a:off x="45720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椭圆 182">
              <a:extLst>
                <a:ext uri="{FF2B5EF4-FFF2-40B4-BE49-F238E27FC236}">
                  <a16:creationId xmlns:a16="http://schemas.microsoft.com/office/drawing/2014/main" id="{969F93D0-1320-ED10-92DB-F0BF44EF5EB0}"/>
                </a:ext>
              </a:extLst>
            </p:cNvPr>
            <p:cNvSpPr/>
            <p:nvPr/>
          </p:nvSpPr>
          <p:spPr>
            <a:xfrm>
              <a:off x="47752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椭圆 183">
              <a:extLst>
                <a:ext uri="{FF2B5EF4-FFF2-40B4-BE49-F238E27FC236}">
                  <a16:creationId xmlns:a16="http://schemas.microsoft.com/office/drawing/2014/main" id="{D788CFCF-28CC-E9D9-FD60-AB755667A317}"/>
                </a:ext>
              </a:extLst>
            </p:cNvPr>
            <p:cNvSpPr/>
            <p:nvPr/>
          </p:nvSpPr>
          <p:spPr>
            <a:xfrm>
              <a:off x="49403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椭圆 184">
              <a:extLst>
                <a:ext uri="{FF2B5EF4-FFF2-40B4-BE49-F238E27FC236}">
                  <a16:creationId xmlns:a16="http://schemas.microsoft.com/office/drawing/2014/main" id="{84392D5F-1500-082D-EE01-D40FE6AB7570}"/>
                </a:ext>
              </a:extLst>
            </p:cNvPr>
            <p:cNvSpPr/>
            <p:nvPr/>
          </p:nvSpPr>
          <p:spPr>
            <a:xfrm>
              <a:off x="51435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椭圆 185">
              <a:extLst>
                <a:ext uri="{FF2B5EF4-FFF2-40B4-BE49-F238E27FC236}">
                  <a16:creationId xmlns:a16="http://schemas.microsoft.com/office/drawing/2014/main" id="{3C8119B9-C38F-701C-BB26-B6013725D8F0}"/>
                </a:ext>
              </a:extLst>
            </p:cNvPr>
            <p:cNvSpPr/>
            <p:nvPr/>
          </p:nvSpPr>
          <p:spPr>
            <a:xfrm>
              <a:off x="53467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椭圆 186">
              <a:extLst>
                <a:ext uri="{FF2B5EF4-FFF2-40B4-BE49-F238E27FC236}">
                  <a16:creationId xmlns:a16="http://schemas.microsoft.com/office/drawing/2014/main" id="{C7174888-7CC2-80C1-3FC8-BDDE7E5EF080}"/>
                </a:ext>
              </a:extLst>
            </p:cNvPr>
            <p:cNvSpPr/>
            <p:nvPr/>
          </p:nvSpPr>
          <p:spPr>
            <a:xfrm>
              <a:off x="49403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椭圆 187">
              <a:extLst>
                <a:ext uri="{FF2B5EF4-FFF2-40B4-BE49-F238E27FC236}">
                  <a16:creationId xmlns:a16="http://schemas.microsoft.com/office/drawing/2014/main" id="{217CBA80-77CC-63E4-5710-3501CE96B1A6}"/>
                </a:ext>
              </a:extLst>
            </p:cNvPr>
            <p:cNvSpPr/>
            <p:nvPr/>
          </p:nvSpPr>
          <p:spPr>
            <a:xfrm>
              <a:off x="51435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椭圆 188">
              <a:extLst>
                <a:ext uri="{FF2B5EF4-FFF2-40B4-BE49-F238E27FC236}">
                  <a16:creationId xmlns:a16="http://schemas.microsoft.com/office/drawing/2014/main" id="{014C25FF-2E2B-D69A-7043-1674DD7A1CEA}"/>
                </a:ext>
              </a:extLst>
            </p:cNvPr>
            <p:cNvSpPr/>
            <p:nvPr/>
          </p:nvSpPr>
          <p:spPr>
            <a:xfrm>
              <a:off x="53467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椭圆 189">
              <a:extLst>
                <a:ext uri="{FF2B5EF4-FFF2-40B4-BE49-F238E27FC236}">
                  <a16:creationId xmlns:a16="http://schemas.microsoft.com/office/drawing/2014/main" id="{149BAE34-978C-7A3C-A389-3A568ECA811D}"/>
                </a:ext>
              </a:extLst>
            </p:cNvPr>
            <p:cNvSpPr/>
            <p:nvPr/>
          </p:nvSpPr>
          <p:spPr>
            <a:xfrm>
              <a:off x="49403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1" name="椭圆 190">
              <a:extLst>
                <a:ext uri="{FF2B5EF4-FFF2-40B4-BE49-F238E27FC236}">
                  <a16:creationId xmlns:a16="http://schemas.microsoft.com/office/drawing/2014/main" id="{B60B8AA4-E852-DC49-DF4A-68B9D1D3525E}"/>
                </a:ext>
              </a:extLst>
            </p:cNvPr>
            <p:cNvSpPr/>
            <p:nvPr/>
          </p:nvSpPr>
          <p:spPr>
            <a:xfrm>
              <a:off x="51435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椭圆 191">
              <a:extLst>
                <a:ext uri="{FF2B5EF4-FFF2-40B4-BE49-F238E27FC236}">
                  <a16:creationId xmlns:a16="http://schemas.microsoft.com/office/drawing/2014/main" id="{9B4EF1E2-2BCE-60B2-F891-CF53A8F4B43A}"/>
                </a:ext>
              </a:extLst>
            </p:cNvPr>
            <p:cNvSpPr/>
            <p:nvPr/>
          </p:nvSpPr>
          <p:spPr>
            <a:xfrm>
              <a:off x="53467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椭圆 192">
              <a:extLst>
                <a:ext uri="{FF2B5EF4-FFF2-40B4-BE49-F238E27FC236}">
                  <a16:creationId xmlns:a16="http://schemas.microsoft.com/office/drawing/2014/main" id="{23F578D4-D566-3A14-F42A-65ECB169C234}"/>
                </a:ext>
              </a:extLst>
            </p:cNvPr>
            <p:cNvSpPr/>
            <p:nvPr/>
          </p:nvSpPr>
          <p:spPr>
            <a:xfrm>
              <a:off x="5549900" y="95969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椭圆 193">
              <a:extLst>
                <a:ext uri="{FF2B5EF4-FFF2-40B4-BE49-F238E27FC236}">
                  <a16:creationId xmlns:a16="http://schemas.microsoft.com/office/drawing/2014/main" id="{5CF25C36-3C4C-3399-D60F-E344AA3F2995}"/>
                </a:ext>
              </a:extLst>
            </p:cNvPr>
            <p:cNvSpPr/>
            <p:nvPr/>
          </p:nvSpPr>
          <p:spPr>
            <a:xfrm>
              <a:off x="5753100" y="95969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椭圆 194">
              <a:extLst>
                <a:ext uri="{FF2B5EF4-FFF2-40B4-BE49-F238E27FC236}">
                  <a16:creationId xmlns:a16="http://schemas.microsoft.com/office/drawing/2014/main" id="{920A09F4-7372-3BEC-CB10-18F0667C9380}"/>
                </a:ext>
              </a:extLst>
            </p:cNvPr>
            <p:cNvSpPr/>
            <p:nvPr/>
          </p:nvSpPr>
          <p:spPr>
            <a:xfrm>
              <a:off x="5956300" y="95969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椭圆 195">
              <a:extLst>
                <a:ext uri="{FF2B5EF4-FFF2-40B4-BE49-F238E27FC236}">
                  <a16:creationId xmlns:a16="http://schemas.microsoft.com/office/drawing/2014/main" id="{55AA77A0-99AC-B563-7446-592DF949E08D}"/>
                </a:ext>
              </a:extLst>
            </p:cNvPr>
            <p:cNvSpPr/>
            <p:nvPr/>
          </p:nvSpPr>
          <p:spPr>
            <a:xfrm>
              <a:off x="5549900" y="1157861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7" name="椭圆 196">
              <a:extLst>
                <a:ext uri="{FF2B5EF4-FFF2-40B4-BE49-F238E27FC236}">
                  <a16:creationId xmlns:a16="http://schemas.microsoft.com/office/drawing/2014/main" id="{1DEE3FC1-3B8A-80C8-F24A-54BD84B9978A}"/>
                </a:ext>
              </a:extLst>
            </p:cNvPr>
            <p:cNvSpPr/>
            <p:nvPr/>
          </p:nvSpPr>
          <p:spPr>
            <a:xfrm>
              <a:off x="5753100" y="1157861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椭圆 197">
              <a:extLst>
                <a:ext uri="{FF2B5EF4-FFF2-40B4-BE49-F238E27FC236}">
                  <a16:creationId xmlns:a16="http://schemas.microsoft.com/office/drawing/2014/main" id="{A45502AF-0C44-586F-EEE4-FAC6478A18F0}"/>
                </a:ext>
              </a:extLst>
            </p:cNvPr>
            <p:cNvSpPr/>
            <p:nvPr/>
          </p:nvSpPr>
          <p:spPr>
            <a:xfrm>
              <a:off x="5956300" y="1157861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9" name="椭圆 198">
              <a:extLst>
                <a:ext uri="{FF2B5EF4-FFF2-40B4-BE49-F238E27FC236}">
                  <a16:creationId xmlns:a16="http://schemas.microsoft.com/office/drawing/2014/main" id="{8CD872D3-BC54-448B-500E-05BBC83D74F0}"/>
                </a:ext>
              </a:extLst>
            </p:cNvPr>
            <p:cNvSpPr/>
            <p:nvPr/>
          </p:nvSpPr>
          <p:spPr>
            <a:xfrm>
              <a:off x="5549900" y="1334932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0" name="椭圆 199">
              <a:extLst>
                <a:ext uri="{FF2B5EF4-FFF2-40B4-BE49-F238E27FC236}">
                  <a16:creationId xmlns:a16="http://schemas.microsoft.com/office/drawing/2014/main" id="{E113B069-61A5-6B51-42B6-38AFEA0D5754}"/>
                </a:ext>
              </a:extLst>
            </p:cNvPr>
            <p:cNvSpPr/>
            <p:nvPr/>
          </p:nvSpPr>
          <p:spPr>
            <a:xfrm>
              <a:off x="5753100" y="1334932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1" name="椭圆 200">
              <a:extLst>
                <a:ext uri="{FF2B5EF4-FFF2-40B4-BE49-F238E27FC236}">
                  <a16:creationId xmlns:a16="http://schemas.microsoft.com/office/drawing/2014/main" id="{9687F612-6B50-483F-77E0-242646A3B3BB}"/>
                </a:ext>
              </a:extLst>
            </p:cNvPr>
            <p:cNvSpPr/>
            <p:nvPr/>
          </p:nvSpPr>
          <p:spPr>
            <a:xfrm>
              <a:off x="5956300" y="1334932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椭圆 201">
              <a:extLst>
                <a:ext uri="{FF2B5EF4-FFF2-40B4-BE49-F238E27FC236}">
                  <a16:creationId xmlns:a16="http://schemas.microsoft.com/office/drawing/2014/main" id="{848130D8-D95C-4CA8-4AB5-CB017332576F}"/>
                </a:ext>
              </a:extLst>
            </p:cNvPr>
            <p:cNvSpPr/>
            <p:nvPr/>
          </p:nvSpPr>
          <p:spPr>
            <a:xfrm>
              <a:off x="6156325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3" name="椭圆 202">
              <a:extLst>
                <a:ext uri="{FF2B5EF4-FFF2-40B4-BE49-F238E27FC236}">
                  <a16:creationId xmlns:a16="http://schemas.microsoft.com/office/drawing/2014/main" id="{402BAA74-AC10-C641-6256-5F5871BF4EB6}"/>
                </a:ext>
              </a:extLst>
            </p:cNvPr>
            <p:cNvSpPr/>
            <p:nvPr/>
          </p:nvSpPr>
          <p:spPr>
            <a:xfrm>
              <a:off x="6359525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椭圆 203">
              <a:extLst>
                <a:ext uri="{FF2B5EF4-FFF2-40B4-BE49-F238E27FC236}">
                  <a16:creationId xmlns:a16="http://schemas.microsoft.com/office/drawing/2014/main" id="{F413091C-CC4B-EE07-83C3-4047F8475B39}"/>
                </a:ext>
              </a:extLst>
            </p:cNvPr>
            <p:cNvSpPr/>
            <p:nvPr/>
          </p:nvSpPr>
          <p:spPr>
            <a:xfrm>
              <a:off x="6562725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5" name="椭圆 204">
              <a:extLst>
                <a:ext uri="{FF2B5EF4-FFF2-40B4-BE49-F238E27FC236}">
                  <a16:creationId xmlns:a16="http://schemas.microsoft.com/office/drawing/2014/main" id="{53FA7939-1E5B-03C2-B120-EC3E0A608E73}"/>
                </a:ext>
              </a:extLst>
            </p:cNvPr>
            <p:cNvSpPr/>
            <p:nvPr/>
          </p:nvSpPr>
          <p:spPr>
            <a:xfrm>
              <a:off x="6156325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" name="椭圆 205">
              <a:extLst>
                <a:ext uri="{FF2B5EF4-FFF2-40B4-BE49-F238E27FC236}">
                  <a16:creationId xmlns:a16="http://schemas.microsoft.com/office/drawing/2014/main" id="{C35B7BE9-3E47-07AB-17D6-2FB0116E3080}"/>
                </a:ext>
              </a:extLst>
            </p:cNvPr>
            <p:cNvSpPr/>
            <p:nvPr/>
          </p:nvSpPr>
          <p:spPr>
            <a:xfrm>
              <a:off x="6359525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7" name="椭圆 206">
              <a:extLst>
                <a:ext uri="{FF2B5EF4-FFF2-40B4-BE49-F238E27FC236}">
                  <a16:creationId xmlns:a16="http://schemas.microsoft.com/office/drawing/2014/main" id="{C46B7041-691B-9DFA-70FD-14E602A44895}"/>
                </a:ext>
              </a:extLst>
            </p:cNvPr>
            <p:cNvSpPr/>
            <p:nvPr/>
          </p:nvSpPr>
          <p:spPr>
            <a:xfrm>
              <a:off x="6562725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8" name="椭圆 207">
              <a:extLst>
                <a:ext uri="{FF2B5EF4-FFF2-40B4-BE49-F238E27FC236}">
                  <a16:creationId xmlns:a16="http://schemas.microsoft.com/office/drawing/2014/main" id="{AD773E34-267F-A2AA-9A46-875631082BDF}"/>
                </a:ext>
              </a:extLst>
            </p:cNvPr>
            <p:cNvSpPr/>
            <p:nvPr/>
          </p:nvSpPr>
          <p:spPr>
            <a:xfrm>
              <a:off x="6156325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" name="椭圆 208">
              <a:extLst>
                <a:ext uri="{FF2B5EF4-FFF2-40B4-BE49-F238E27FC236}">
                  <a16:creationId xmlns:a16="http://schemas.microsoft.com/office/drawing/2014/main" id="{3A738544-7D17-D1A8-AF71-2A9F63AD02D1}"/>
                </a:ext>
              </a:extLst>
            </p:cNvPr>
            <p:cNvSpPr/>
            <p:nvPr/>
          </p:nvSpPr>
          <p:spPr>
            <a:xfrm>
              <a:off x="6359525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" name="椭圆 209">
              <a:extLst>
                <a:ext uri="{FF2B5EF4-FFF2-40B4-BE49-F238E27FC236}">
                  <a16:creationId xmlns:a16="http://schemas.microsoft.com/office/drawing/2014/main" id="{12C0B628-48E6-01C6-3962-BC08A5958642}"/>
                </a:ext>
              </a:extLst>
            </p:cNvPr>
            <p:cNvSpPr/>
            <p:nvPr/>
          </p:nvSpPr>
          <p:spPr>
            <a:xfrm>
              <a:off x="6562725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7" name="组合 396">
            <a:extLst>
              <a:ext uri="{FF2B5EF4-FFF2-40B4-BE49-F238E27FC236}">
                <a16:creationId xmlns:a16="http://schemas.microsoft.com/office/drawing/2014/main" id="{1D35BBB7-01BE-AB57-548E-666A6D5E38D0}"/>
              </a:ext>
            </a:extLst>
          </p:cNvPr>
          <p:cNvGrpSpPr/>
          <p:nvPr/>
        </p:nvGrpSpPr>
        <p:grpSpPr>
          <a:xfrm>
            <a:off x="4597401" y="4102100"/>
            <a:ext cx="422658" cy="88750"/>
            <a:chOff x="4368800" y="946150"/>
            <a:chExt cx="2397125" cy="591982"/>
          </a:xfrm>
        </p:grpSpPr>
        <p:sp>
          <p:nvSpPr>
            <p:cNvPr id="398" name="椭圆 397">
              <a:extLst>
                <a:ext uri="{FF2B5EF4-FFF2-40B4-BE49-F238E27FC236}">
                  <a16:creationId xmlns:a16="http://schemas.microsoft.com/office/drawing/2014/main" id="{EF1955F8-0621-C24A-3F10-43511692B115}"/>
                </a:ext>
              </a:extLst>
            </p:cNvPr>
            <p:cNvSpPr/>
            <p:nvPr/>
          </p:nvSpPr>
          <p:spPr>
            <a:xfrm>
              <a:off x="43688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9" name="椭圆 398">
              <a:extLst>
                <a:ext uri="{FF2B5EF4-FFF2-40B4-BE49-F238E27FC236}">
                  <a16:creationId xmlns:a16="http://schemas.microsoft.com/office/drawing/2014/main" id="{51AA2FC0-3F4A-3A63-AE02-C17CF1B80385}"/>
                </a:ext>
              </a:extLst>
            </p:cNvPr>
            <p:cNvSpPr/>
            <p:nvPr/>
          </p:nvSpPr>
          <p:spPr>
            <a:xfrm>
              <a:off x="45720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0" name="椭圆 399">
              <a:extLst>
                <a:ext uri="{FF2B5EF4-FFF2-40B4-BE49-F238E27FC236}">
                  <a16:creationId xmlns:a16="http://schemas.microsoft.com/office/drawing/2014/main" id="{AB51CBAD-AF33-E096-9AC1-393BCE07636F}"/>
                </a:ext>
              </a:extLst>
            </p:cNvPr>
            <p:cNvSpPr/>
            <p:nvPr/>
          </p:nvSpPr>
          <p:spPr>
            <a:xfrm>
              <a:off x="47752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1" name="椭圆 400">
              <a:extLst>
                <a:ext uri="{FF2B5EF4-FFF2-40B4-BE49-F238E27FC236}">
                  <a16:creationId xmlns:a16="http://schemas.microsoft.com/office/drawing/2014/main" id="{554795DB-077A-85CA-F5F2-1B751D1D7639}"/>
                </a:ext>
              </a:extLst>
            </p:cNvPr>
            <p:cNvSpPr/>
            <p:nvPr/>
          </p:nvSpPr>
          <p:spPr>
            <a:xfrm>
              <a:off x="43688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2" name="椭圆 401">
              <a:extLst>
                <a:ext uri="{FF2B5EF4-FFF2-40B4-BE49-F238E27FC236}">
                  <a16:creationId xmlns:a16="http://schemas.microsoft.com/office/drawing/2014/main" id="{A4D028AE-2446-0034-E111-D4B4620E0F22}"/>
                </a:ext>
              </a:extLst>
            </p:cNvPr>
            <p:cNvSpPr/>
            <p:nvPr/>
          </p:nvSpPr>
          <p:spPr>
            <a:xfrm>
              <a:off x="45720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3" name="椭圆 402">
              <a:extLst>
                <a:ext uri="{FF2B5EF4-FFF2-40B4-BE49-F238E27FC236}">
                  <a16:creationId xmlns:a16="http://schemas.microsoft.com/office/drawing/2014/main" id="{6F0E860D-66C8-A7FB-42A7-D66EFB27B598}"/>
                </a:ext>
              </a:extLst>
            </p:cNvPr>
            <p:cNvSpPr/>
            <p:nvPr/>
          </p:nvSpPr>
          <p:spPr>
            <a:xfrm>
              <a:off x="47752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4" name="椭圆 403">
              <a:extLst>
                <a:ext uri="{FF2B5EF4-FFF2-40B4-BE49-F238E27FC236}">
                  <a16:creationId xmlns:a16="http://schemas.microsoft.com/office/drawing/2014/main" id="{AEDEB14F-28AD-5CD5-65F7-44A8BEC995FC}"/>
                </a:ext>
              </a:extLst>
            </p:cNvPr>
            <p:cNvSpPr/>
            <p:nvPr/>
          </p:nvSpPr>
          <p:spPr>
            <a:xfrm>
              <a:off x="43688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5" name="椭圆 404">
              <a:extLst>
                <a:ext uri="{FF2B5EF4-FFF2-40B4-BE49-F238E27FC236}">
                  <a16:creationId xmlns:a16="http://schemas.microsoft.com/office/drawing/2014/main" id="{E8A6DFAC-785C-74CC-AE3C-2EE410177E3E}"/>
                </a:ext>
              </a:extLst>
            </p:cNvPr>
            <p:cNvSpPr/>
            <p:nvPr/>
          </p:nvSpPr>
          <p:spPr>
            <a:xfrm>
              <a:off x="45720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6" name="椭圆 405">
              <a:extLst>
                <a:ext uri="{FF2B5EF4-FFF2-40B4-BE49-F238E27FC236}">
                  <a16:creationId xmlns:a16="http://schemas.microsoft.com/office/drawing/2014/main" id="{F357F975-A3C6-1DA3-ECE7-266083C77EC8}"/>
                </a:ext>
              </a:extLst>
            </p:cNvPr>
            <p:cNvSpPr/>
            <p:nvPr/>
          </p:nvSpPr>
          <p:spPr>
            <a:xfrm>
              <a:off x="47752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7" name="椭圆 406">
              <a:extLst>
                <a:ext uri="{FF2B5EF4-FFF2-40B4-BE49-F238E27FC236}">
                  <a16:creationId xmlns:a16="http://schemas.microsoft.com/office/drawing/2014/main" id="{10B19A7C-3C9A-1BD5-54D9-8AD97D49A0B9}"/>
                </a:ext>
              </a:extLst>
            </p:cNvPr>
            <p:cNvSpPr/>
            <p:nvPr/>
          </p:nvSpPr>
          <p:spPr>
            <a:xfrm>
              <a:off x="49403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8" name="椭圆 407">
              <a:extLst>
                <a:ext uri="{FF2B5EF4-FFF2-40B4-BE49-F238E27FC236}">
                  <a16:creationId xmlns:a16="http://schemas.microsoft.com/office/drawing/2014/main" id="{88EE0CC7-074F-570E-B63A-EA0A877E1739}"/>
                </a:ext>
              </a:extLst>
            </p:cNvPr>
            <p:cNvSpPr/>
            <p:nvPr/>
          </p:nvSpPr>
          <p:spPr>
            <a:xfrm>
              <a:off x="51435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9" name="椭圆 408">
              <a:extLst>
                <a:ext uri="{FF2B5EF4-FFF2-40B4-BE49-F238E27FC236}">
                  <a16:creationId xmlns:a16="http://schemas.microsoft.com/office/drawing/2014/main" id="{171E0569-A5E1-499A-A646-1C4250A0533C}"/>
                </a:ext>
              </a:extLst>
            </p:cNvPr>
            <p:cNvSpPr/>
            <p:nvPr/>
          </p:nvSpPr>
          <p:spPr>
            <a:xfrm>
              <a:off x="53467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0" name="椭圆 409">
              <a:extLst>
                <a:ext uri="{FF2B5EF4-FFF2-40B4-BE49-F238E27FC236}">
                  <a16:creationId xmlns:a16="http://schemas.microsoft.com/office/drawing/2014/main" id="{4C0DAB74-5C62-B734-1225-9CF6155B59DC}"/>
                </a:ext>
              </a:extLst>
            </p:cNvPr>
            <p:cNvSpPr/>
            <p:nvPr/>
          </p:nvSpPr>
          <p:spPr>
            <a:xfrm>
              <a:off x="49403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1" name="椭圆 410">
              <a:extLst>
                <a:ext uri="{FF2B5EF4-FFF2-40B4-BE49-F238E27FC236}">
                  <a16:creationId xmlns:a16="http://schemas.microsoft.com/office/drawing/2014/main" id="{27A8A9BF-ED72-403D-F43C-64EB3B159ABB}"/>
                </a:ext>
              </a:extLst>
            </p:cNvPr>
            <p:cNvSpPr/>
            <p:nvPr/>
          </p:nvSpPr>
          <p:spPr>
            <a:xfrm>
              <a:off x="51435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2" name="椭圆 411">
              <a:extLst>
                <a:ext uri="{FF2B5EF4-FFF2-40B4-BE49-F238E27FC236}">
                  <a16:creationId xmlns:a16="http://schemas.microsoft.com/office/drawing/2014/main" id="{B09B5BB7-51B9-91DB-35F8-9540993F12F9}"/>
                </a:ext>
              </a:extLst>
            </p:cNvPr>
            <p:cNvSpPr/>
            <p:nvPr/>
          </p:nvSpPr>
          <p:spPr>
            <a:xfrm>
              <a:off x="53467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3" name="椭圆 412">
              <a:extLst>
                <a:ext uri="{FF2B5EF4-FFF2-40B4-BE49-F238E27FC236}">
                  <a16:creationId xmlns:a16="http://schemas.microsoft.com/office/drawing/2014/main" id="{26D7C0D5-3344-01B2-FFA7-FCC0BCC185FB}"/>
                </a:ext>
              </a:extLst>
            </p:cNvPr>
            <p:cNvSpPr/>
            <p:nvPr/>
          </p:nvSpPr>
          <p:spPr>
            <a:xfrm>
              <a:off x="49403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4" name="椭圆 413">
              <a:extLst>
                <a:ext uri="{FF2B5EF4-FFF2-40B4-BE49-F238E27FC236}">
                  <a16:creationId xmlns:a16="http://schemas.microsoft.com/office/drawing/2014/main" id="{1FD0896B-9987-4AEB-486A-5E6FEEC985B1}"/>
                </a:ext>
              </a:extLst>
            </p:cNvPr>
            <p:cNvSpPr/>
            <p:nvPr/>
          </p:nvSpPr>
          <p:spPr>
            <a:xfrm>
              <a:off x="51435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5" name="椭圆 414">
              <a:extLst>
                <a:ext uri="{FF2B5EF4-FFF2-40B4-BE49-F238E27FC236}">
                  <a16:creationId xmlns:a16="http://schemas.microsoft.com/office/drawing/2014/main" id="{36D32235-F90F-6F54-3529-7E20FB236887}"/>
                </a:ext>
              </a:extLst>
            </p:cNvPr>
            <p:cNvSpPr/>
            <p:nvPr/>
          </p:nvSpPr>
          <p:spPr>
            <a:xfrm>
              <a:off x="53467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6" name="椭圆 415">
              <a:extLst>
                <a:ext uri="{FF2B5EF4-FFF2-40B4-BE49-F238E27FC236}">
                  <a16:creationId xmlns:a16="http://schemas.microsoft.com/office/drawing/2014/main" id="{EEFCD244-82AB-69C0-36F0-5326E7889232}"/>
                </a:ext>
              </a:extLst>
            </p:cNvPr>
            <p:cNvSpPr/>
            <p:nvPr/>
          </p:nvSpPr>
          <p:spPr>
            <a:xfrm>
              <a:off x="5549900" y="95969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7" name="椭圆 416">
              <a:extLst>
                <a:ext uri="{FF2B5EF4-FFF2-40B4-BE49-F238E27FC236}">
                  <a16:creationId xmlns:a16="http://schemas.microsoft.com/office/drawing/2014/main" id="{ADB18A4F-2977-7E2A-5BAA-BDA834C0E148}"/>
                </a:ext>
              </a:extLst>
            </p:cNvPr>
            <p:cNvSpPr/>
            <p:nvPr/>
          </p:nvSpPr>
          <p:spPr>
            <a:xfrm>
              <a:off x="5753100" y="95969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8" name="椭圆 417">
              <a:extLst>
                <a:ext uri="{FF2B5EF4-FFF2-40B4-BE49-F238E27FC236}">
                  <a16:creationId xmlns:a16="http://schemas.microsoft.com/office/drawing/2014/main" id="{DEAB316B-59BC-5006-E95C-173CDA301A3B}"/>
                </a:ext>
              </a:extLst>
            </p:cNvPr>
            <p:cNvSpPr/>
            <p:nvPr/>
          </p:nvSpPr>
          <p:spPr>
            <a:xfrm>
              <a:off x="5956300" y="95969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9" name="椭圆 418">
              <a:extLst>
                <a:ext uri="{FF2B5EF4-FFF2-40B4-BE49-F238E27FC236}">
                  <a16:creationId xmlns:a16="http://schemas.microsoft.com/office/drawing/2014/main" id="{B342FEC4-1A41-2DEE-14A9-79A999EB3BF2}"/>
                </a:ext>
              </a:extLst>
            </p:cNvPr>
            <p:cNvSpPr/>
            <p:nvPr/>
          </p:nvSpPr>
          <p:spPr>
            <a:xfrm>
              <a:off x="5549900" y="1157861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0" name="椭圆 419">
              <a:extLst>
                <a:ext uri="{FF2B5EF4-FFF2-40B4-BE49-F238E27FC236}">
                  <a16:creationId xmlns:a16="http://schemas.microsoft.com/office/drawing/2014/main" id="{1AA86A55-2FBD-F487-D95F-5842A3657764}"/>
                </a:ext>
              </a:extLst>
            </p:cNvPr>
            <p:cNvSpPr/>
            <p:nvPr/>
          </p:nvSpPr>
          <p:spPr>
            <a:xfrm>
              <a:off x="5753100" y="1157861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1" name="椭圆 420">
              <a:extLst>
                <a:ext uri="{FF2B5EF4-FFF2-40B4-BE49-F238E27FC236}">
                  <a16:creationId xmlns:a16="http://schemas.microsoft.com/office/drawing/2014/main" id="{1ABF182C-EF5E-DBB1-0743-8066EED89D76}"/>
                </a:ext>
              </a:extLst>
            </p:cNvPr>
            <p:cNvSpPr/>
            <p:nvPr/>
          </p:nvSpPr>
          <p:spPr>
            <a:xfrm>
              <a:off x="5956300" y="1157861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2" name="椭圆 421">
              <a:extLst>
                <a:ext uri="{FF2B5EF4-FFF2-40B4-BE49-F238E27FC236}">
                  <a16:creationId xmlns:a16="http://schemas.microsoft.com/office/drawing/2014/main" id="{519C7FB7-4B9F-51E6-EE06-BD9F6AD304E2}"/>
                </a:ext>
              </a:extLst>
            </p:cNvPr>
            <p:cNvSpPr/>
            <p:nvPr/>
          </p:nvSpPr>
          <p:spPr>
            <a:xfrm>
              <a:off x="5549900" y="1334932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3" name="椭圆 422">
              <a:extLst>
                <a:ext uri="{FF2B5EF4-FFF2-40B4-BE49-F238E27FC236}">
                  <a16:creationId xmlns:a16="http://schemas.microsoft.com/office/drawing/2014/main" id="{7982E122-D7EC-B4EB-0AB9-B813C6AB76C1}"/>
                </a:ext>
              </a:extLst>
            </p:cNvPr>
            <p:cNvSpPr/>
            <p:nvPr/>
          </p:nvSpPr>
          <p:spPr>
            <a:xfrm>
              <a:off x="5753100" y="1334932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4" name="椭圆 423">
              <a:extLst>
                <a:ext uri="{FF2B5EF4-FFF2-40B4-BE49-F238E27FC236}">
                  <a16:creationId xmlns:a16="http://schemas.microsoft.com/office/drawing/2014/main" id="{C6064A35-CBCA-C05F-69C0-E6830EDE6000}"/>
                </a:ext>
              </a:extLst>
            </p:cNvPr>
            <p:cNvSpPr/>
            <p:nvPr/>
          </p:nvSpPr>
          <p:spPr>
            <a:xfrm>
              <a:off x="5956300" y="1334932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5" name="椭圆 424">
              <a:extLst>
                <a:ext uri="{FF2B5EF4-FFF2-40B4-BE49-F238E27FC236}">
                  <a16:creationId xmlns:a16="http://schemas.microsoft.com/office/drawing/2014/main" id="{E2667A5E-61DE-201A-0DB1-7EC375EB2919}"/>
                </a:ext>
              </a:extLst>
            </p:cNvPr>
            <p:cNvSpPr/>
            <p:nvPr/>
          </p:nvSpPr>
          <p:spPr>
            <a:xfrm>
              <a:off x="6156325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6" name="椭圆 425">
              <a:extLst>
                <a:ext uri="{FF2B5EF4-FFF2-40B4-BE49-F238E27FC236}">
                  <a16:creationId xmlns:a16="http://schemas.microsoft.com/office/drawing/2014/main" id="{E2436002-6FF3-171B-DABC-73E41AF48EEB}"/>
                </a:ext>
              </a:extLst>
            </p:cNvPr>
            <p:cNvSpPr/>
            <p:nvPr/>
          </p:nvSpPr>
          <p:spPr>
            <a:xfrm>
              <a:off x="6359525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7" name="椭圆 426">
              <a:extLst>
                <a:ext uri="{FF2B5EF4-FFF2-40B4-BE49-F238E27FC236}">
                  <a16:creationId xmlns:a16="http://schemas.microsoft.com/office/drawing/2014/main" id="{CB8B4311-7461-D8B8-89F7-6FDD064E838E}"/>
                </a:ext>
              </a:extLst>
            </p:cNvPr>
            <p:cNvSpPr/>
            <p:nvPr/>
          </p:nvSpPr>
          <p:spPr>
            <a:xfrm>
              <a:off x="6562725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8" name="椭圆 427">
              <a:extLst>
                <a:ext uri="{FF2B5EF4-FFF2-40B4-BE49-F238E27FC236}">
                  <a16:creationId xmlns:a16="http://schemas.microsoft.com/office/drawing/2014/main" id="{A24A80E8-EA31-26DE-D95B-4CDA8E620EFB}"/>
                </a:ext>
              </a:extLst>
            </p:cNvPr>
            <p:cNvSpPr/>
            <p:nvPr/>
          </p:nvSpPr>
          <p:spPr>
            <a:xfrm>
              <a:off x="6156325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9" name="椭圆 428">
              <a:extLst>
                <a:ext uri="{FF2B5EF4-FFF2-40B4-BE49-F238E27FC236}">
                  <a16:creationId xmlns:a16="http://schemas.microsoft.com/office/drawing/2014/main" id="{F7BCAC0A-29BA-8327-6BC4-4E774C3DB92B}"/>
                </a:ext>
              </a:extLst>
            </p:cNvPr>
            <p:cNvSpPr/>
            <p:nvPr/>
          </p:nvSpPr>
          <p:spPr>
            <a:xfrm>
              <a:off x="6359525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0" name="椭圆 429">
              <a:extLst>
                <a:ext uri="{FF2B5EF4-FFF2-40B4-BE49-F238E27FC236}">
                  <a16:creationId xmlns:a16="http://schemas.microsoft.com/office/drawing/2014/main" id="{5E0821C0-9CC9-62EF-35DB-AF020285798C}"/>
                </a:ext>
              </a:extLst>
            </p:cNvPr>
            <p:cNvSpPr/>
            <p:nvPr/>
          </p:nvSpPr>
          <p:spPr>
            <a:xfrm>
              <a:off x="6562725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1" name="椭圆 430">
              <a:extLst>
                <a:ext uri="{FF2B5EF4-FFF2-40B4-BE49-F238E27FC236}">
                  <a16:creationId xmlns:a16="http://schemas.microsoft.com/office/drawing/2014/main" id="{AE6B456F-7A55-71BC-953D-709399152F3B}"/>
                </a:ext>
              </a:extLst>
            </p:cNvPr>
            <p:cNvSpPr/>
            <p:nvPr/>
          </p:nvSpPr>
          <p:spPr>
            <a:xfrm>
              <a:off x="6156325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2" name="椭圆 431">
              <a:extLst>
                <a:ext uri="{FF2B5EF4-FFF2-40B4-BE49-F238E27FC236}">
                  <a16:creationId xmlns:a16="http://schemas.microsoft.com/office/drawing/2014/main" id="{AC3764E7-2CA3-382A-2324-FE3D8EA04F37}"/>
                </a:ext>
              </a:extLst>
            </p:cNvPr>
            <p:cNvSpPr/>
            <p:nvPr/>
          </p:nvSpPr>
          <p:spPr>
            <a:xfrm>
              <a:off x="6359525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3" name="椭圆 432">
              <a:extLst>
                <a:ext uri="{FF2B5EF4-FFF2-40B4-BE49-F238E27FC236}">
                  <a16:creationId xmlns:a16="http://schemas.microsoft.com/office/drawing/2014/main" id="{7BF19352-948D-7683-C199-68775172A6EF}"/>
                </a:ext>
              </a:extLst>
            </p:cNvPr>
            <p:cNvSpPr/>
            <p:nvPr/>
          </p:nvSpPr>
          <p:spPr>
            <a:xfrm>
              <a:off x="6562725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14" name="组合 513">
            <a:extLst>
              <a:ext uri="{FF2B5EF4-FFF2-40B4-BE49-F238E27FC236}">
                <a16:creationId xmlns:a16="http://schemas.microsoft.com/office/drawing/2014/main" id="{2DE77FC1-B176-5F6B-2593-AE6395BCFAAC}"/>
              </a:ext>
            </a:extLst>
          </p:cNvPr>
          <p:cNvGrpSpPr/>
          <p:nvPr/>
        </p:nvGrpSpPr>
        <p:grpSpPr>
          <a:xfrm>
            <a:off x="4597401" y="4457700"/>
            <a:ext cx="422658" cy="88750"/>
            <a:chOff x="4368800" y="946150"/>
            <a:chExt cx="2397125" cy="591982"/>
          </a:xfrm>
        </p:grpSpPr>
        <p:sp>
          <p:nvSpPr>
            <p:cNvPr id="515" name="椭圆 514">
              <a:extLst>
                <a:ext uri="{FF2B5EF4-FFF2-40B4-BE49-F238E27FC236}">
                  <a16:creationId xmlns:a16="http://schemas.microsoft.com/office/drawing/2014/main" id="{B13E0C42-817A-4C60-26DB-9366A80500A3}"/>
                </a:ext>
              </a:extLst>
            </p:cNvPr>
            <p:cNvSpPr/>
            <p:nvPr/>
          </p:nvSpPr>
          <p:spPr>
            <a:xfrm>
              <a:off x="43688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6" name="椭圆 515">
              <a:extLst>
                <a:ext uri="{FF2B5EF4-FFF2-40B4-BE49-F238E27FC236}">
                  <a16:creationId xmlns:a16="http://schemas.microsoft.com/office/drawing/2014/main" id="{2EBD9CC4-2725-0021-9236-C87B5216E499}"/>
                </a:ext>
              </a:extLst>
            </p:cNvPr>
            <p:cNvSpPr/>
            <p:nvPr/>
          </p:nvSpPr>
          <p:spPr>
            <a:xfrm>
              <a:off x="45720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7" name="椭圆 516">
              <a:extLst>
                <a:ext uri="{FF2B5EF4-FFF2-40B4-BE49-F238E27FC236}">
                  <a16:creationId xmlns:a16="http://schemas.microsoft.com/office/drawing/2014/main" id="{5958745C-BFBC-A36A-1FFB-5D9F3C12FC55}"/>
                </a:ext>
              </a:extLst>
            </p:cNvPr>
            <p:cNvSpPr/>
            <p:nvPr/>
          </p:nvSpPr>
          <p:spPr>
            <a:xfrm>
              <a:off x="47752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8" name="椭圆 517">
              <a:extLst>
                <a:ext uri="{FF2B5EF4-FFF2-40B4-BE49-F238E27FC236}">
                  <a16:creationId xmlns:a16="http://schemas.microsoft.com/office/drawing/2014/main" id="{5C5FE02F-796C-3F31-B8D2-DDAB59555F3F}"/>
                </a:ext>
              </a:extLst>
            </p:cNvPr>
            <p:cNvSpPr/>
            <p:nvPr/>
          </p:nvSpPr>
          <p:spPr>
            <a:xfrm>
              <a:off x="43688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9" name="椭圆 518">
              <a:extLst>
                <a:ext uri="{FF2B5EF4-FFF2-40B4-BE49-F238E27FC236}">
                  <a16:creationId xmlns:a16="http://schemas.microsoft.com/office/drawing/2014/main" id="{CCC072C3-85F3-958C-9975-41552752B5AB}"/>
                </a:ext>
              </a:extLst>
            </p:cNvPr>
            <p:cNvSpPr/>
            <p:nvPr/>
          </p:nvSpPr>
          <p:spPr>
            <a:xfrm>
              <a:off x="45720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0" name="椭圆 519">
              <a:extLst>
                <a:ext uri="{FF2B5EF4-FFF2-40B4-BE49-F238E27FC236}">
                  <a16:creationId xmlns:a16="http://schemas.microsoft.com/office/drawing/2014/main" id="{ADCB3456-F77F-158C-AC5F-2C074C6E3755}"/>
                </a:ext>
              </a:extLst>
            </p:cNvPr>
            <p:cNvSpPr/>
            <p:nvPr/>
          </p:nvSpPr>
          <p:spPr>
            <a:xfrm>
              <a:off x="47752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1" name="椭圆 520">
              <a:extLst>
                <a:ext uri="{FF2B5EF4-FFF2-40B4-BE49-F238E27FC236}">
                  <a16:creationId xmlns:a16="http://schemas.microsoft.com/office/drawing/2014/main" id="{EBC5B943-20BA-B89A-F10B-689BBE2E1213}"/>
                </a:ext>
              </a:extLst>
            </p:cNvPr>
            <p:cNvSpPr/>
            <p:nvPr/>
          </p:nvSpPr>
          <p:spPr>
            <a:xfrm>
              <a:off x="43688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2" name="椭圆 521">
              <a:extLst>
                <a:ext uri="{FF2B5EF4-FFF2-40B4-BE49-F238E27FC236}">
                  <a16:creationId xmlns:a16="http://schemas.microsoft.com/office/drawing/2014/main" id="{3C1E69DD-868D-8C5A-E268-01BDD31C6476}"/>
                </a:ext>
              </a:extLst>
            </p:cNvPr>
            <p:cNvSpPr/>
            <p:nvPr/>
          </p:nvSpPr>
          <p:spPr>
            <a:xfrm>
              <a:off x="45720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3" name="椭圆 522">
              <a:extLst>
                <a:ext uri="{FF2B5EF4-FFF2-40B4-BE49-F238E27FC236}">
                  <a16:creationId xmlns:a16="http://schemas.microsoft.com/office/drawing/2014/main" id="{E9BA5CAB-1E47-17F9-16F9-5068041F199F}"/>
                </a:ext>
              </a:extLst>
            </p:cNvPr>
            <p:cNvSpPr/>
            <p:nvPr/>
          </p:nvSpPr>
          <p:spPr>
            <a:xfrm>
              <a:off x="47752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4" name="椭圆 523">
              <a:extLst>
                <a:ext uri="{FF2B5EF4-FFF2-40B4-BE49-F238E27FC236}">
                  <a16:creationId xmlns:a16="http://schemas.microsoft.com/office/drawing/2014/main" id="{9045FD4B-FDA4-FF62-8539-AB2D1E0F3CBD}"/>
                </a:ext>
              </a:extLst>
            </p:cNvPr>
            <p:cNvSpPr/>
            <p:nvPr/>
          </p:nvSpPr>
          <p:spPr>
            <a:xfrm>
              <a:off x="49403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5" name="椭圆 524">
              <a:extLst>
                <a:ext uri="{FF2B5EF4-FFF2-40B4-BE49-F238E27FC236}">
                  <a16:creationId xmlns:a16="http://schemas.microsoft.com/office/drawing/2014/main" id="{FD6F2B7D-1CF2-B1E9-406C-646A77F916C9}"/>
                </a:ext>
              </a:extLst>
            </p:cNvPr>
            <p:cNvSpPr/>
            <p:nvPr/>
          </p:nvSpPr>
          <p:spPr>
            <a:xfrm>
              <a:off x="51435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6" name="椭圆 525">
              <a:extLst>
                <a:ext uri="{FF2B5EF4-FFF2-40B4-BE49-F238E27FC236}">
                  <a16:creationId xmlns:a16="http://schemas.microsoft.com/office/drawing/2014/main" id="{63EEEB9A-562D-F07C-77AC-9B64515191AC}"/>
                </a:ext>
              </a:extLst>
            </p:cNvPr>
            <p:cNvSpPr/>
            <p:nvPr/>
          </p:nvSpPr>
          <p:spPr>
            <a:xfrm>
              <a:off x="53467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7" name="椭圆 526">
              <a:extLst>
                <a:ext uri="{FF2B5EF4-FFF2-40B4-BE49-F238E27FC236}">
                  <a16:creationId xmlns:a16="http://schemas.microsoft.com/office/drawing/2014/main" id="{51F48189-10A8-3164-BF70-ABAC7A5B0C39}"/>
                </a:ext>
              </a:extLst>
            </p:cNvPr>
            <p:cNvSpPr/>
            <p:nvPr/>
          </p:nvSpPr>
          <p:spPr>
            <a:xfrm>
              <a:off x="49403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8" name="椭圆 527">
              <a:extLst>
                <a:ext uri="{FF2B5EF4-FFF2-40B4-BE49-F238E27FC236}">
                  <a16:creationId xmlns:a16="http://schemas.microsoft.com/office/drawing/2014/main" id="{DBE2C676-7E01-6F07-8795-5C1797D86B7B}"/>
                </a:ext>
              </a:extLst>
            </p:cNvPr>
            <p:cNvSpPr/>
            <p:nvPr/>
          </p:nvSpPr>
          <p:spPr>
            <a:xfrm>
              <a:off x="51435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9" name="椭圆 528">
              <a:extLst>
                <a:ext uri="{FF2B5EF4-FFF2-40B4-BE49-F238E27FC236}">
                  <a16:creationId xmlns:a16="http://schemas.microsoft.com/office/drawing/2014/main" id="{03A63F30-A515-0E94-1326-CD3FD4CFC822}"/>
                </a:ext>
              </a:extLst>
            </p:cNvPr>
            <p:cNvSpPr/>
            <p:nvPr/>
          </p:nvSpPr>
          <p:spPr>
            <a:xfrm>
              <a:off x="53467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0" name="椭圆 529">
              <a:extLst>
                <a:ext uri="{FF2B5EF4-FFF2-40B4-BE49-F238E27FC236}">
                  <a16:creationId xmlns:a16="http://schemas.microsoft.com/office/drawing/2014/main" id="{F5CF8619-4BCE-B2CE-2593-FAE8DB982501}"/>
                </a:ext>
              </a:extLst>
            </p:cNvPr>
            <p:cNvSpPr/>
            <p:nvPr/>
          </p:nvSpPr>
          <p:spPr>
            <a:xfrm>
              <a:off x="49403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1" name="椭圆 530">
              <a:extLst>
                <a:ext uri="{FF2B5EF4-FFF2-40B4-BE49-F238E27FC236}">
                  <a16:creationId xmlns:a16="http://schemas.microsoft.com/office/drawing/2014/main" id="{516C2ED0-6741-49DD-1E98-179BBB6D03F4}"/>
                </a:ext>
              </a:extLst>
            </p:cNvPr>
            <p:cNvSpPr/>
            <p:nvPr/>
          </p:nvSpPr>
          <p:spPr>
            <a:xfrm>
              <a:off x="51435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2" name="椭圆 531">
              <a:extLst>
                <a:ext uri="{FF2B5EF4-FFF2-40B4-BE49-F238E27FC236}">
                  <a16:creationId xmlns:a16="http://schemas.microsoft.com/office/drawing/2014/main" id="{E59C896B-2361-6D10-B796-6EA21F1C710A}"/>
                </a:ext>
              </a:extLst>
            </p:cNvPr>
            <p:cNvSpPr/>
            <p:nvPr/>
          </p:nvSpPr>
          <p:spPr>
            <a:xfrm>
              <a:off x="53467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3" name="椭圆 532">
              <a:extLst>
                <a:ext uri="{FF2B5EF4-FFF2-40B4-BE49-F238E27FC236}">
                  <a16:creationId xmlns:a16="http://schemas.microsoft.com/office/drawing/2014/main" id="{2D4994AC-67DD-A8CD-6494-002D634BA030}"/>
                </a:ext>
              </a:extLst>
            </p:cNvPr>
            <p:cNvSpPr/>
            <p:nvPr/>
          </p:nvSpPr>
          <p:spPr>
            <a:xfrm>
              <a:off x="5549900" y="95969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4" name="椭圆 533">
              <a:extLst>
                <a:ext uri="{FF2B5EF4-FFF2-40B4-BE49-F238E27FC236}">
                  <a16:creationId xmlns:a16="http://schemas.microsoft.com/office/drawing/2014/main" id="{916DF40A-FB5A-7723-6EFB-C02ED8FA864F}"/>
                </a:ext>
              </a:extLst>
            </p:cNvPr>
            <p:cNvSpPr/>
            <p:nvPr/>
          </p:nvSpPr>
          <p:spPr>
            <a:xfrm>
              <a:off x="5753100" y="95969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5" name="椭圆 534">
              <a:extLst>
                <a:ext uri="{FF2B5EF4-FFF2-40B4-BE49-F238E27FC236}">
                  <a16:creationId xmlns:a16="http://schemas.microsoft.com/office/drawing/2014/main" id="{9B42124D-0DDE-F8F2-6B33-DBF1FEFD27F6}"/>
                </a:ext>
              </a:extLst>
            </p:cNvPr>
            <p:cNvSpPr/>
            <p:nvPr/>
          </p:nvSpPr>
          <p:spPr>
            <a:xfrm>
              <a:off x="5956300" y="95969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6" name="椭圆 535">
              <a:extLst>
                <a:ext uri="{FF2B5EF4-FFF2-40B4-BE49-F238E27FC236}">
                  <a16:creationId xmlns:a16="http://schemas.microsoft.com/office/drawing/2014/main" id="{C71C358A-BDAD-8EFF-73CB-64FF33EFC09C}"/>
                </a:ext>
              </a:extLst>
            </p:cNvPr>
            <p:cNvSpPr/>
            <p:nvPr/>
          </p:nvSpPr>
          <p:spPr>
            <a:xfrm>
              <a:off x="5549900" y="1157861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7" name="椭圆 536">
              <a:extLst>
                <a:ext uri="{FF2B5EF4-FFF2-40B4-BE49-F238E27FC236}">
                  <a16:creationId xmlns:a16="http://schemas.microsoft.com/office/drawing/2014/main" id="{09BD8414-D62C-070C-F52D-3CFDFBB3159B}"/>
                </a:ext>
              </a:extLst>
            </p:cNvPr>
            <p:cNvSpPr/>
            <p:nvPr/>
          </p:nvSpPr>
          <p:spPr>
            <a:xfrm>
              <a:off x="5753100" y="1157861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8" name="椭圆 537">
              <a:extLst>
                <a:ext uri="{FF2B5EF4-FFF2-40B4-BE49-F238E27FC236}">
                  <a16:creationId xmlns:a16="http://schemas.microsoft.com/office/drawing/2014/main" id="{006C1338-2AAC-3B8C-56D7-D358E654E60B}"/>
                </a:ext>
              </a:extLst>
            </p:cNvPr>
            <p:cNvSpPr/>
            <p:nvPr/>
          </p:nvSpPr>
          <p:spPr>
            <a:xfrm>
              <a:off x="5956300" y="1157861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9" name="椭圆 538">
              <a:extLst>
                <a:ext uri="{FF2B5EF4-FFF2-40B4-BE49-F238E27FC236}">
                  <a16:creationId xmlns:a16="http://schemas.microsoft.com/office/drawing/2014/main" id="{5514FBA4-AEF3-5E9A-3C61-18095F784EAF}"/>
                </a:ext>
              </a:extLst>
            </p:cNvPr>
            <p:cNvSpPr/>
            <p:nvPr/>
          </p:nvSpPr>
          <p:spPr>
            <a:xfrm>
              <a:off x="5549900" y="1334932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0" name="椭圆 539">
              <a:extLst>
                <a:ext uri="{FF2B5EF4-FFF2-40B4-BE49-F238E27FC236}">
                  <a16:creationId xmlns:a16="http://schemas.microsoft.com/office/drawing/2014/main" id="{0B5728F5-6693-256F-CBC9-787816F6DB50}"/>
                </a:ext>
              </a:extLst>
            </p:cNvPr>
            <p:cNvSpPr/>
            <p:nvPr/>
          </p:nvSpPr>
          <p:spPr>
            <a:xfrm>
              <a:off x="5753100" y="1334932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1" name="椭圆 540">
              <a:extLst>
                <a:ext uri="{FF2B5EF4-FFF2-40B4-BE49-F238E27FC236}">
                  <a16:creationId xmlns:a16="http://schemas.microsoft.com/office/drawing/2014/main" id="{79E57EC5-66AA-FEC7-859E-B03B77A1EE23}"/>
                </a:ext>
              </a:extLst>
            </p:cNvPr>
            <p:cNvSpPr/>
            <p:nvPr/>
          </p:nvSpPr>
          <p:spPr>
            <a:xfrm>
              <a:off x="5956300" y="1334932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2" name="椭圆 541">
              <a:extLst>
                <a:ext uri="{FF2B5EF4-FFF2-40B4-BE49-F238E27FC236}">
                  <a16:creationId xmlns:a16="http://schemas.microsoft.com/office/drawing/2014/main" id="{005B81CB-900D-1FFF-49A8-BF34166B414C}"/>
                </a:ext>
              </a:extLst>
            </p:cNvPr>
            <p:cNvSpPr/>
            <p:nvPr/>
          </p:nvSpPr>
          <p:spPr>
            <a:xfrm>
              <a:off x="6156325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3" name="椭圆 542">
              <a:extLst>
                <a:ext uri="{FF2B5EF4-FFF2-40B4-BE49-F238E27FC236}">
                  <a16:creationId xmlns:a16="http://schemas.microsoft.com/office/drawing/2014/main" id="{1156473D-8CCC-2BD0-8C57-F9A58D451D27}"/>
                </a:ext>
              </a:extLst>
            </p:cNvPr>
            <p:cNvSpPr/>
            <p:nvPr/>
          </p:nvSpPr>
          <p:spPr>
            <a:xfrm>
              <a:off x="6359525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4" name="椭圆 543">
              <a:extLst>
                <a:ext uri="{FF2B5EF4-FFF2-40B4-BE49-F238E27FC236}">
                  <a16:creationId xmlns:a16="http://schemas.microsoft.com/office/drawing/2014/main" id="{ACAA81DD-7517-449C-9462-41A415A715EF}"/>
                </a:ext>
              </a:extLst>
            </p:cNvPr>
            <p:cNvSpPr/>
            <p:nvPr/>
          </p:nvSpPr>
          <p:spPr>
            <a:xfrm>
              <a:off x="6562725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椭圆 544">
              <a:extLst>
                <a:ext uri="{FF2B5EF4-FFF2-40B4-BE49-F238E27FC236}">
                  <a16:creationId xmlns:a16="http://schemas.microsoft.com/office/drawing/2014/main" id="{5BC95EC6-15E3-D141-4783-CD89E6197708}"/>
                </a:ext>
              </a:extLst>
            </p:cNvPr>
            <p:cNvSpPr/>
            <p:nvPr/>
          </p:nvSpPr>
          <p:spPr>
            <a:xfrm>
              <a:off x="6156325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6" name="椭圆 545">
              <a:extLst>
                <a:ext uri="{FF2B5EF4-FFF2-40B4-BE49-F238E27FC236}">
                  <a16:creationId xmlns:a16="http://schemas.microsoft.com/office/drawing/2014/main" id="{FD8BF6FA-FC59-E712-4162-13096ACDE119}"/>
                </a:ext>
              </a:extLst>
            </p:cNvPr>
            <p:cNvSpPr/>
            <p:nvPr/>
          </p:nvSpPr>
          <p:spPr>
            <a:xfrm>
              <a:off x="6359525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7" name="椭圆 546">
              <a:extLst>
                <a:ext uri="{FF2B5EF4-FFF2-40B4-BE49-F238E27FC236}">
                  <a16:creationId xmlns:a16="http://schemas.microsoft.com/office/drawing/2014/main" id="{9798EF1E-E15E-2C34-C62A-63C79F097773}"/>
                </a:ext>
              </a:extLst>
            </p:cNvPr>
            <p:cNvSpPr/>
            <p:nvPr/>
          </p:nvSpPr>
          <p:spPr>
            <a:xfrm>
              <a:off x="6562725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8" name="椭圆 547">
              <a:extLst>
                <a:ext uri="{FF2B5EF4-FFF2-40B4-BE49-F238E27FC236}">
                  <a16:creationId xmlns:a16="http://schemas.microsoft.com/office/drawing/2014/main" id="{E6F8F2E8-44F6-956E-4BEC-0CAC0DABD4FC}"/>
                </a:ext>
              </a:extLst>
            </p:cNvPr>
            <p:cNvSpPr/>
            <p:nvPr/>
          </p:nvSpPr>
          <p:spPr>
            <a:xfrm>
              <a:off x="6156325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9" name="椭圆 548">
              <a:extLst>
                <a:ext uri="{FF2B5EF4-FFF2-40B4-BE49-F238E27FC236}">
                  <a16:creationId xmlns:a16="http://schemas.microsoft.com/office/drawing/2014/main" id="{1B9412D8-4C74-7013-8F47-DA8D2FF9A738}"/>
                </a:ext>
              </a:extLst>
            </p:cNvPr>
            <p:cNvSpPr/>
            <p:nvPr/>
          </p:nvSpPr>
          <p:spPr>
            <a:xfrm>
              <a:off x="6359525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0" name="椭圆 549">
              <a:extLst>
                <a:ext uri="{FF2B5EF4-FFF2-40B4-BE49-F238E27FC236}">
                  <a16:creationId xmlns:a16="http://schemas.microsoft.com/office/drawing/2014/main" id="{8048A57B-18B2-18B1-5C53-C961198D946F}"/>
                </a:ext>
              </a:extLst>
            </p:cNvPr>
            <p:cNvSpPr/>
            <p:nvPr/>
          </p:nvSpPr>
          <p:spPr>
            <a:xfrm>
              <a:off x="6562725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51" name="组合 550">
            <a:extLst>
              <a:ext uri="{FF2B5EF4-FFF2-40B4-BE49-F238E27FC236}">
                <a16:creationId xmlns:a16="http://schemas.microsoft.com/office/drawing/2014/main" id="{E7AAC5C3-74B3-AE15-9970-749E021243E8}"/>
              </a:ext>
            </a:extLst>
          </p:cNvPr>
          <p:cNvGrpSpPr/>
          <p:nvPr/>
        </p:nvGrpSpPr>
        <p:grpSpPr>
          <a:xfrm>
            <a:off x="5783566" y="3784028"/>
            <a:ext cx="422658" cy="88750"/>
            <a:chOff x="4368800" y="946150"/>
            <a:chExt cx="2397125" cy="591982"/>
          </a:xfrm>
        </p:grpSpPr>
        <p:sp>
          <p:nvSpPr>
            <p:cNvPr id="552" name="椭圆 551">
              <a:extLst>
                <a:ext uri="{FF2B5EF4-FFF2-40B4-BE49-F238E27FC236}">
                  <a16:creationId xmlns:a16="http://schemas.microsoft.com/office/drawing/2014/main" id="{7439CFBF-FB9A-56E1-0DFF-764F9A68F2B9}"/>
                </a:ext>
              </a:extLst>
            </p:cNvPr>
            <p:cNvSpPr/>
            <p:nvPr/>
          </p:nvSpPr>
          <p:spPr>
            <a:xfrm>
              <a:off x="43688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3" name="椭圆 552">
              <a:extLst>
                <a:ext uri="{FF2B5EF4-FFF2-40B4-BE49-F238E27FC236}">
                  <a16:creationId xmlns:a16="http://schemas.microsoft.com/office/drawing/2014/main" id="{6D992F47-51F1-DB60-1A2D-A4F81640B551}"/>
                </a:ext>
              </a:extLst>
            </p:cNvPr>
            <p:cNvSpPr/>
            <p:nvPr/>
          </p:nvSpPr>
          <p:spPr>
            <a:xfrm>
              <a:off x="45720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4" name="椭圆 553">
              <a:extLst>
                <a:ext uri="{FF2B5EF4-FFF2-40B4-BE49-F238E27FC236}">
                  <a16:creationId xmlns:a16="http://schemas.microsoft.com/office/drawing/2014/main" id="{D6458141-B5B9-E912-D595-4AF18C6E24B6}"/>
                </a:ext>
              </a:extLst>
            </p:cNvPr>
            <p:cNvSpPr/>
            <p:nvPr/>
          </p:nvSpPr>
          <p:spPr>
            <a:xfrm>
              <a:off x="47752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5" name="椭圆 554">
              <a:extLst>
                <a:ext uri="{FF2B5EF4-FFF2-40B4-BE49-F238E27FC236}">
                  <a16:creationId xmlns:a16="http://schemas.microsoft.com/office/drawing/2014/main" id="{A55F695D-EF15-DF91-25BF-062645410CFC}"/>
                </a:ext>
              </a:extLst>
            </p:cNvPr>
            <p:cNvSpPr/>
            <p:nvPr/>
          </p:nvSpPr>
          <p:spPr>
            <a:xfrm>
              <a:off x="43688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6" name="椭圆 555">
              <a:extLst>
                <a:ext uri="{FF2B5EF4-FFF2-40B4-BE49-F238E27FC236}">
                  <a16:creationId xmlns:a16="http://schemas.microsoft.com/office/drawing/2014/main" id="{B8AB0F6A-3249-C3DC-5756-312E999FD219}"/>
                </a:ext>
              </a:extLst>
            </p:cNvPr>
            <p:cNvSpPr/>
            <p:nvPr/>
          </p:nvSpPr>
          <p:spPr>
            <a:xfrm>
              <a:off x="45720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7" name="椭圆 556">
              <a:extLst>
                <a:ext uri="{FF2B5EF4-FFF2-40B4-BE49-F238E27FC236}">
                  <a16:creationId xmlns:a16="http://schemas.microsoft.com/office/drawing/2014/main" id="{D8FA24CA-3DCF-7C31-6394-F311D294A985}"/>
                </a:ext>
              </a:extLst>
            </p:cNvPr>
            <p:cNvSpPr/>
            <p:nvPr/>
          </p:nvSpPr>
          <p:spPr>
            <a:xfrm>
              <a:off x="47752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8" name="椭圆 557">
              <a:extLst>
                <a:ext uri="{FF2B5EF4-FFF2-40B4-BE49-F238E27FC236}">
                  <a16:creationId xmlns:a16="http://schemas.microsoft.com/office/drawing/2014/main" id="{97A2DF03-4072-1DA3-21A9-16EFD314FDF1}"/>
                </a:ext>
              </a:extLst>
            </p:cNvPr>
            <p:cNvSpPr/>
            <p:nvPr/>
          </p:nvSpPr>
          <p:spPr>
            <a:xfrm>
              <a:off x="43688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9" name="椭圆 558">
              <a:extLst>
                <a:ext uri="{FF2B5EF4-FFF2-40B4-BE49-F238E27FC236}">
                  <a16:creationId xmlns:a16="http://schemas.microsoft.com/office/drawing/2014/main" id="{9933C2D3-F82F-6077-709B-15F0E2D3FE62}"/>
                </a:ext>
              </a:extLst>
            </p:cNvPr>
            <p:cNvSpPr/>
            <p:nvPr/>
          </p:nvSpPr>
          <p:spPr>
            <a:xfrm>
              <a:off x="45720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0" name="椭圆 559">
              <a:extLst>
                <a:ext uri="{FF2B5EF4-FFF2-40B4-BE49-F238E27FC236}">
                  <a16:creationId xmlns:a16="http://schemas.microsoft.com/office/drawing/2014/main" id="{B2BD6A78-CFCC-2D71-9FD3-91D009578F50}"/>
                </a:ext>
              </a:extLst>
            </p:cNvPr>
            <p:cNvSpPr/>
            <p:nvPr/>
          </p:nvSpPr>
          <p:spPr>
            <a:xfrm>
              <a:off x="47752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1" name="椭圆 560">
              <a:extLst>
                <a:ext uri="{FF2B5EF4-FFF2-40B4-BE49-F238E27FC236}">
                  <a16:creationId xmlns:a16="http://schemas.microsoft.com/office/drawing/2014/main" id="{8155600C-D8E3-74BB-0B4C-1B606DD18F08}"/>
                </a:ext>
              </a:extLst>
            </p:cNvPr>
            <p:cNvSpPr/>
            <p:nvPr/>
          </p:nvSpPr>
          <p:spPr>
            <a:xfrm>
              <a:off x="49403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2" name="椭圆 561">
              <a:extLst>
                <a:ext uri="{FF2B5EF4-FFF2-40B4-BE49-F238E27FC236}">
                  <a16:creationId xmlns:a16="http://schemas.microsoft.com/office/drawing/2014/main" id="{71EEF4E8-41BE-40FB-DC61-6459F7F9B119}"/>
                </a:ext>
              </a:extLst>
            </p:cNvPr>
            <p:cNvSpPr/>
            <p:nvPr/>
          </p:nvSpPr>
          <p:spPr>
            <a:xfrm>
              <a:off x="51435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3" name="椭圆 562">
              <a:extLst>
                <a:ext uri="{FF2B5EF4-FFF2-40B4-BE49-F238E27FC236}">
                  <a16:creationId xmlns:a16="http://schemas.microsoft.com/office/drawing/2014/main" id="{0DC62357-4581-0036-FA23-CBD7DD0F31BD}"/>
                </a:ext>
              </a:extLst>
            </p:cNvPr>
            <p:cNvSpPr/>
            <p:nvPr/>
          </p:nvSpPr>
          <p:spPr>
            <a:xfrm>
              <a:off x="53467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4" name="椭圆 563">
              <a:extLst>
                <a:ext uri="{FF2B5EF4-FFF2-40B4-BE49-F238E27FC236}">
                  <a16:creationId xmlns:a16="http://schemas.microsoft.com/office/drawing/2014/main" id="{83EDA364-EA27-0D16-FC3D-34D069F02903}"/>
                </a:ext>
              </a:extLst>
            </p:cNvPr>
            <p:cNvSpPr/>
            <p:nvPr/>
          </p:nvSpPr>
          <p:spPr>
            <a:xfrm>
              <a:off x="49403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5" name="椭圆 564">
              <a:extLst>
                <a:ext uri="{FF2B5EF4-FFF2-40B4-BE49-F238E27FC236}">
                  <a16:creationId xmlns:a16="http://schemas.microsoft.com/office/drawing/2014/main" id="{C1C5CFB7-A403-C06A-2D87-0DCBC9536615}"/>
                </a:ext>
              </a:extLst>
            </p:cNvPr>
            <p:cNvSpPr/>
            <p:nvPr/>
          </p:nvSpPr>
          <p:spPr>
            <a:xfrm>
              <a:off x="51435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6" name="椭圆 565">
              <a:extLst>
                <a:ext uri="{FF2B5EF4-FFF2-40B4-BE49-F238E27FC236}">
                  <a16:creationId xmlns:a16="http://schemas.microsoft.com/office/drawing/2014/main" id="{3BF22B4F-B72D-8C6B-73B3-C63C41DAAF2F}"/>
                </a:ext>
              </a:extLst>
            </p:cNvPr>
            <p:cNvSpPr/>
            <p:nvPr/>
          </p:nvSpPr>
          <p:spPr>
            <a:xfrm>
              <a:off x="53467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椭圆 566">
              <a:extLst>
                <a:ext uri="{FF2B5EF4-FFF2-40B4-BE49-F238E27FC236}">
                  <a16:creationId xmlns:a16="http://schemas.microsoft.com/office/drawing/2014/main" id="{13FFCF72-D5BE-5576-63FF-17EC0AE40458}"/>
                </a:ext>
              </a:extLst>
            </p:cNvPr>
            <p:cNvSpPr/>
            <p:nvPr/>
          </p:nvSpPr>
          <p:spPr>
            <a:xfrm>
              <a:off x="49403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椭圆 567">
              <a:extLst>
                <a:ext uri="{FF2B5EF4-FFF2-40B4-BE49-F238E27FC236}">
                  <a16:creationId xmlns:a16="http://schemas.microsoft.com/office/drawing/2014/main" id="{A8E1BD81-DB98-281D-2AD5-493F467BF2D9}"/>
                </a:ext>
              </a:extLst>
            </p:cNvPr>
            <p:cNvSpPr/>
            <p:nvPr/>
          </p:nvSpPr>
          <p:spPr>
            <a:xfrm>
              <a:off x="51435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椭圆 568">
              <a:extLst>
                <a:ext uri="{FF2B5EF4-FFF2-40B4-BE49-F238E27FC236}">
                  <a16:creationId xmlns:a16="http://schemas.microsoft.com/office/drawing/2014/main" id="{1EB8AE99-A9DF-2067-2A0C-D26879E06840}"/>
                </a:ext>
              </a:extLst>
            </p:cNvPr>
            <p:cNvSpPr/>
            <p:nvPr/>
          </p:nvSpPr>
          <p:spPr>
            <a:xfrm>
              <a:off x="53467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椭圆 569">
              <a:extLst>
                <a:ext uri="{FF2B5EF4-FFF2-40B4-BE49-F238E27FC236}">
                  <a16:creationId xmlns:a16="http://schemas.microsoft.com/office/drawing/2014/main" id="{2384968E-14E7-77BF-37C3-9FD3630BA1D3}"/>
                </a:ext>
              </a:extLst>
            </p:cNvPr>
            <p:cNvSpPr/>
            <p:nvPr/>
          </p:nvSpPr>
          <p:spPr>
            <a:xfrm>
              <a:off x="5549900" y="95969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1" name="椭圆 570">
              <a:extLst>
                <a:ext uri="{FF2B5EF4-FFF2-40B4-BE49-F238E27FC236}">
                  <a16:creationId xmlns:a16="http://schemas.microsoft.com/office/drawing/2014/main" id="{CBAB9326-E191-BA75-E94F-B2F6866EDB15}"/>
                </a:ext>
              </a:extLst>
            </p:cNvPr>
            <p:cNvSpPr/>
            <p:nvPr/>
          </p:nvSpPr>
          <p:spPr>
            <a:xfrm>
              <a:off x="5753100" y="95969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2" name="椭圆 571">
              <a:extLst>
                <a:ext uri="{FF2B5EF4-FFF2-40B4-BE49-F238E27FC236}">
                  <a16:creationId xmlns:a16="http://schemas.microsoft.com/office/drawing/2014/main" id="{474ED910-709A-3482-C45D-E962CE6E3573}"/>
                </a:ext>
              </a:extLst>
            </p:cNvPr>
            <p:cNvSpPr/>
            <p:nvPr/>
          </p:nvSpPr>
          <p:spPr>
            <a:xfrm>
              <a:off x="5956300" y="95969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3" name="椭圆 572">
              <a:extLst>
                <a:ext uri="{FF2B5EF4-FFF2-40B4-BE49-F238E27FC236}">
                  <a16:creationId xmlns:a16="http://schemas.microsoft.com/office/drawing/2014/main" id="{FB46CA5B-F061-A7FA-3F09-065C96959F64}"/>
                </a:ext>
              </a:extLst>
            </p:cNvPr>
            <p:cNvSpPr/>
            <p:nvPr/>
          </p:nvSpPr>
          <p:spPr>
            <a:xfrm>
              <a:off x="5549900" y="1157861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4" name="椭圆 573">
              <a:extLst>
                <a:ext uri="{FF2B5EF4-FFF2-40B4-BE49-F238E27FC236}">
                  <a16:creationId xmlns:a16="http://schemas.microsoft.com/office/drawing/2014/main" id="{7DC57B47-14A8-BFF9-B2A2-F714CAF653C6}"/>
                </a:ext>
              </a:extLst>
            </p:cNvPr>
            <p:cNvSpPr/>
            <p:nvPr/>
          </p:nvSpPr>
          <p:spPr>
            <a:xfrm>
              <a:off x="5753100" y="1157861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5" name="椭圆 574">
              <a:extLst>
                <a:ext uri="{FF2B5EF4-FFF2-40B4-BE49-F238E27FC236}">
                  <a16:creationId xmlns:a16="http://schemas.microsoft.com/office/drawing/2014/main" id="{782E05E3-39D8-A645-487D-DD0BF41570A5}"/>
                </a:ext>
              </a:extLst>
            </p:cNvPr>
            <p:cNvSpPr/>
            <p:nvPr/>
          </p:nvSpPr>
          <p:spPr>
            <a:xfrm>
              <a:off x="5956300" y="1157861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6" name="椭圆 575">
              <a:extLst>
                <a:ext uri="{FF2B5EF4-FFF2-40B4-BE49-F238E27FC236}">
                  <a16:creationId xmlns:a16="http://schemas.microsoft.com/office/drawing/2014/main" id="{D642973D-32D2-7062-F8A3-6E9FCD7A116D}"/>
                </a:ext>
              </a:extLst>
            </p:cNvPr>
            <p:cNvSpPr/>
            <p:nvPr/>
          </p:nvSpPr>
          <p:spPr>
            <a:xfrm>
              <a:off x="5549900" y="1334932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7" name="椭圆 576">
              <a:extLst>
                <a:ext uri="{FF2B5EF4-FFF2-40B4-BE49-F238E27FC236}">
                  <a16:creationId xmlns:a16="http://schemas.microsoft.com/office/drawing/2014/main" id="{6342A14E-990A-3F8D-3985-FEEA64DA09FE}"/>
                </a:ext>
              </a:extLst>
            </p:cNvPr>
            <p:cNvSpPr/>
            <p:nvPr/>
          </p:nvSpPr>
          <p:spPr>
            <a:xfrm>
              <a:off x="5753100" y="1334932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8" name="椭圆 577">
              <a:extLst>
                <a:ext uri="{FF2B5EF4-FFF2-40B4-BE49-F238E27FC236}">
                  <a16:creationId xmlns:a16="http://schemas.microsoft.com/office/drawing/2014/main" id="{447E66BE-6FE5-7DC1-9089-E305C9369A76}"/>
                </a:ext>
              </a:extLst>
            </p:cNvPr>
            <p:cNvSpPr/>
            <p:nvPr/>
          </p:nvSpPr>
          <p:spPr>
            <a:xfrm>
              <a:off x="5956300" y="1334932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9" name="椭圆 578">
              <a:extLst>
                <a:ext uri="{FF2B5EF4-FFF2-40B4-BE49-F238E27FC236}">
                  <a16:creationId xmlns:a16="http://schemas.microsoft.com/office/drawing/2014/main" id="{900BC9C4-35E7-2F18-8ED2-0FDC79AD9C3B}"/>
                </a:ext>
              </a:extLst>
            </p:cNvPr>
            <p:cNvSpPr/>
            <p:nvPr/>
          </p:nvSpPr>
          <p:spPr>
            <a:xfrm>
              <a:off x="6156325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0" name="椭圆 579">
              <a:extLst>
                <a:ext uri="{FF2B5EF4-FFF2-40B4-BE49-F238E27FC236}">
                  <a16:creationId xmlns:a16="http://schemas.microsoft.com/office/drawing/2014/main" id="{C5A129E5-31B8-EF26-AF4B-47238D609450}"/>
                </a:ext>
              </a:extLst>
            </p:cNvPr>
            <p:cNvSpPr/>
            <p:nvPr/>
          </p:nvSpPr>
          <p:spPr>
            <a:xfrm>
              <a:off x="6359525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1" name="椭圆 580">
              <a:extLst>
                <a:ext uri="{FF2B5EF4-FFF2-40B4-BE49-F238E27FC236}">
                  <a16:creationId xmlns:a16="http://schemas.microsoft.com/office/drawing/2014/main" id="{9CF23614-AE81-BF43-B959-BF36D21E5DE7}"/>
                </a:ext>
              </a:extLst>
            </p:cNvPr>
            <p:cNvSpPr/>
            <p:nvPr/>
          </p:nvSpPr>
          <p:spPr>
            <a:xfrm>
              <a:off x="6562725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2" name="椭圆 581">
              <a:extLst>
                <a:ext uri="{FF2B5EF4-FFF2-40B4-BE49-F238E27FC236}">
                  <a16:creationId xmlns:a16="http://schemas.microsoft.com/office/drawing/2014/main" id="{F4011092-77F0-4483-7856-1A919AFB170A}"/>
                </a:ext>
              </a:extLst>
            </p:cNvPr>
            <p:cNvSpPr/>
            <p:nvPr/>
          </p:nvSpPr>
          <p:spPr>
            <a:xfrm>
              <a:off x="6156325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3" name="椭圆 582">
              <a:extLst>
                <a:ext uri="{FF2B5EF4-FFF2-40B4-BE49-F238E27FC236}">
                  <a16:creationId xmlns:a16="http://schemas.microsoft.com/office/drawing/2014/main" id="{0351400E-26B7-66AA-1ADC-54095C9A755A}"/>
                </a:ext>
              </a:extLst>
            </p:cNvPr>
            <p:cNvSpPr/>
            <p:nvPr/>
          </p:nvSpPr>
          <p:spPr>
            <a:xfrm>
              <a:off x="6359525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4" name="椭圆 583">
              <a:extLst>
                <a:ext uri="{FF2B5EF4-FFF2-40B4-BE49-F238E27FC236}">
                  <a16:creationId xmlns:a16="http://schemas.microsoft.com/office/drawing/2014/main" id="{1BC106BE-1590-E0A1-DBD4-703D8418815A}"/>
                </a:ext>
              </a:extLst>
            </p:cNvPr>
            <p:cNvSpPr/>
            <p:nvPr/>
          </p:nvSpPr>
          <p:spPr>
            <a:xfrm>
              <a:off x="6562725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5" name="椭圆 584">
              <a:extLst>
                <a:ext uri="{FF2B5EF4-FFF2-40B4-BE49-F238E27FC236}">
                  <a16:creationId xmlns:a16="http://schemas.microsoft.com/office/drawing/2014/main" id="{E87B01C9-EFFF-2F34-5815-4ED470DA0B6C}"/>
                </a:ext>
              </a:extLst>
            </p:cNvPr>
            <p:cNvSpPr/>
            <p:nvPr/>
          </p:nvSpPr>
          <p:spPr>
            <a:xfrm>
              <a:off x="6156325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6" name="椭圆 585">
              <a:extLst>
                <a:ext uri="{FF2B5EF4-FFF2-40B4-BE49-F238E27FC236}">
                  <a16:creationId xmlns:a16="http://schemas.microsoft.com/office/drawing/2014/main" id="{2A893EB5-520E-6AE7-766A-854A9A98F450}"/>
                </a:ext>
              </a:extLst>
            </p:cNvPr>
            <p:cNvSpPr/>
            <p:nvPr/>
          </p:nvSpPr>
          <p:spPr>
            <a:xfrm>
              <a:off x="6359525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7" name="椭圆 586">
              <a:extLst>
                <a:ext uri="{FF2B5EF4-FFF2-40B4-BE49-F238E27FC236}">
                  <a16:creationId xmlns:a16="http://schemas.microsoft.com/office/drawing/2014/main" id="{FE44AF02-BC59-9898-CB57-FBD9FB48F1D2}"/>
                </a:ext>
              </a:extLst>
            </p:cNvPr>
            <p:cNvSpPr/>
            <p:nvPr/>
          </p:nvSpPr>
          <p:spPr>
            <a:xfrm>
              <a:off x="6562725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88" name="组合 587">
            <a:extLst>
              <a:ext uri="{FF2B5EF4-FFF2-40B4-BE49-F238E27FC236}">
                <a16:creationId xmlns:a16="http://schemas.microsoft.com/office/drawing/2014/main" id="{3FA38BA7-F64D-2D74-B59A-FFDBA5582430}"/>
              </a:ext>
            </a:extLst>
          </p:cNvPr>
          <p:cNvGrpSpPr/>
          <p:nvPr/>
        </p:nvGrpSpPr>
        <p:grpSpPr>
          <a:xfrm>
            <a:off x="5783566" y="4114228"/>
            <a:ext cx="422658" cy="88750"/>
            <a:chOff x="4368800" y="946150"/>
            <a:chExt cx="2397125" cy="591982"/>
          </a:xfrm>
        </p:grpSpPr>
        <p:sp>
          <p:nvSpPr>
            <p:cNvPr id="589" name="椭圆 588">
              <a:extLst>
                <a:ext uri="{FF2B5EF4-FFF2-40B4-BE49-F238E27FC236}">
                  <a16:creationId xmlns:a16="http://schemas.microsoft.com/office/drawing/2014/main" id="{B27EE5BC-7AA8-E5C6-2A4D-9ABB2754D898}"/>
                </a:ext>
              </a:extLst>
            </p:cNvPr>
            <p:cNvSpPr/>
            <p:nvPr/>
          </p:nvSpPr>
          <p:spPr>
            <a:xfrm>
              <a:off x="43688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0" name="椭圆 589">
              <a:extLst>
                <a:ext uri="{FF2B5EF4-FFF2-40B4-BE49-F238E27FC236}">
                  <a16:creationId xmlns:a16="http://schemas.microsoft.com/office/drawing/2014/main" id="{F3A57AA8-497C-1E67-1F89-42FCA4709D85}"/>
                </a:ext>
              </a:extLst>
            </p:cNvPr>
            <p:cNvSpPr/>
            <p:nvPr/>
          </p:nvSpPr>
          <p:spPr>
            <a:xfrm>
              <a:off x="45720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1" name="椭圆 590">
              <a:extLst>
                <a:ext uri="{FF2B5EF4-FFF2-40B4-BE49-F238E27FC236}">
                  <a16:creationId xmlns:a16="http://schemas.microsoft.com/office/drawing/2014/main" id="{C3247744-09B6-CFB7-4A9F-71314CE4A86F}"/>
                </a:ext>
              </a:extLst>
            </p:cNvPr>
            <p:cNvSpPr/>
            <p:nvPr/>
          </p:nvSpPr>
          <p:spPr>
            <a:xfrm>
              <a:off x="47752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2" name="椭圆 591">
              <a:extLst>
                <a:ext uri="{FF2B5EF4-FFF2-40B4-BE49-F238E27FC236}">
                  <a16:creationId xmlns:a16="http://schemas.microsoft.com/office/drawing/2014/main" id="{2F218A53-9243-6FD0-A875-C7064E6E5219}"/>
                </a:ext>
              </a:extLst>
            </p:cNvPr>
            <p:cNvSpPr/>
            <p:nvPr/>
          </p:nvSpPr>
          <p:spPr>
            <a:xfrm>
              <a:off x="43688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3" name="椭圆 592">
              <a:extLst>
                <a:ext uri="{FF2B5EF4-FFF2-40B4-BE49-F238E27FC236}">
                  <a16:creationId xmlns:a16="http://schemas.microsoft.com/office/drawing/2014/main" id="{897224E0-106D-19DB-C91B-B2FE234DC937}"/>
                </a:ext>
              </a:extLst>
            </p:cNvPr>
            <p:cNvSpPr/>
            <p:nvPr/>
          </p:nvSpPr>
          <p:spPr>
            <a:xfrm>
              <a:off x="45720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4" name="椭圆 593">
              <a:extLst>
                <a:ext uri="{FF2B5EF4-FFF2-40B4-BE49-F238E27FC236}">
                  <a16:creationId xmlns:a16="http://schemas.microsoft.com/office/drawing/2014/main" id="{974684BB-5EA5-BB5B-1E38-DB3E84E1D150}"/>
                </a:ext>
              </a:extLst>
            </p:cNvPr>
            <p:cNvSpPr/>
            <p:nvPr/>
          </p:nvSpPr>
          <p:spPr>
            <a:xfrm>
              <a:off x="47752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5" name="椭圆 594">
              <a:extLst>
                <a:ext uri="{FF2B5EF4-FFF2-40B4-BE49-F238E27FC236}">
                  <a16:creationId xmlns:a16="http://schemas.microsoft.com/office/drawing/2014/main" id="{D4A5AAD7-6FDB-51C6-E7B4-6EB132548158}"/>
                </a:ext>
              </a:extLst>
            </p:cNvPr>
            <p:cNvSpPr/>
            <p:nvPr/>
          </p:nvSpPr>
          <p:spPr>
            <a:xfrm>
              <a:off x="43688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6" name="椭圆 595">
              <a:extLst>
                <a:ext uri="{FF2B5EF4-FFF2-40B4-BE49-F238E27FC236}">
                  <a16:creationId xmlns:a16="http://schemas.microsoft.com/office/drawing/2014/main" id="{C1A3259A-E29A-5D41-EA7A-D099741C1572}"/>
                </a:ext>
              </a:extLst>
            </p:cNvPr>
            <p:cNvSpPr/>
            <p:nvPr/>
          </p:nvSpPr>
          <p:spPr>
            <a:xfrm>
              <a:off x="45720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7" name="椭圆 596">
              <a:extLst>
                <a:ext uri="{FF2B5EF4-FFF2-40B4-BE49-F238E27FC236}">
                  <a16:creationId xmlns:a16="http://schemas.microsoft.com/office/drawing/2014/main" id="{7EF3535F-3066-23C3-EF1E-56F1E5BB5DBC}"/>
                </a:ext>
              </a:extLst>
            </p:cNvPr>
            <p:cNvSpPr/>
            <p:nvPr/>
          </p:nvSpPr>
          <p:spPr>
            <a:xfrm>
              <a:off x="47752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8" name="椭圆 597">
              <a:extLst>
                <a:ext uri="{FF2B5EF4-FFF2-40B4-BE49-F238E27FC236}">
                  <a16:creationId xmlns:a16="http://schemas.microsoft.com/office/drawing/2014/main" id="{BF87F700-0BBE-D200-4440-885A6F5AAAD1}"/>
                </a:ext>
              </a:extLst>
            </p:cNvPr>
            <p:cNvSpPr/>
            <p:nvPr/>
          </p:nvSpPr>
          <p:spPr>
            <a:xfrm>
              <a:off x="49403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9" name="椭圆 598">
              <a:extLst>
                <a:ext uri="{FF2B5EF4-FFF2-40B4-BE49-F238E27FC236}">
                  <a16:creationId xmlns:a16="http://schemas.microsoft.com/office/drawing/2014/main" id="{3678C55B-AF8C-31FD-F2CC-5FB1CBF2F39A}"/>
                </a:ext>
              </a:extLst>
            </p:cNvPr>
            <p:cNvSpPr/>
            <p:nvPr/>
          </p:nvSpPr>
          <p:spPr>
            <a:xfrm>
              <a:off x="51435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0" name="椭圆 599">
              <a:extLst>
                <a:ext uri="{FF2B5EF4-FFF2-40B4-BE49-F238E27FC236}">
                  <a16:creationId xmlns:a16="http://schemas.microsoft.com/office/drawing/2014/main" id="{DB9A6340-E2CD-8381-F80C-DE170DD50F6D}"/>
                </a:ext>
              </a:extLst>
            </p:cNvPr>
            <p:cNvSpPr/>
            <p:nvPr/>
          </p:nvSpPr>
          <p:spPr>
            <a:xfrm>
              <a:off x="53467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1" name="椭圆 600">
              <a:extLst>
                <a:ext uri="{FF2B5EF4-FFF2-40B4-BE49-F238E27FC236}">
                  <a16:creationId xmlns:a16="http://schemas.microsoft.com/office/drawing/2014/main" id="{CB3BBA54-6E47-B69F-469A-518751BE2DB4}"/>
                </a:ext>
              </a:extLst>
            </p:cNvPr>
            <p:cNvSpPr/>
            <p:nvPr/>
          </p:nvSpPr>
          <p:spPr>
            <a:xfrm>
              <a:off x="49403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2" name="椭圆 601">
              <a:extLst>
                <a:ext uri="{FF2B5EF4-FFF2-40B4-BE49-F238E27FC236}">
                  <a16:creationId xmlns:a16="http://schemas.microsoft.com/office/drawing/2014/main" id="{0C2BC30C-AE7E-587C-8EEC-06B919950E89}"/>
                </a:ext>
              </a:extLst>
            </p:cNvPr>
            <p:cNvSpPr/>
            <p:nvPr/>
          </p:nvSpPr>
          <p:spPr>
            <a:xfrm>
              <a:off x="51435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3" name="椭圆 602">
              <a:extLst>
                <a:ext uri="{FF2B5EF4-FFF2-40B4-BE49-F238E27FC236}">
                  <a16:creationId xmlns:a16="http://schemas.microsoft.com/office/drawing/2014/main" id="{5F2720A5-5B63-7899-998D-20A724933725}"/>
                </a:ext>
              </a:extLst>
            </p:cNvPr>
            <p:cNvSpPr/>
            <p:nvPr/>
          </p:nvSpPr>
          <p:spPr>
            <a:xfrm>
              <a:off x="53467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4" name="椭圆 603">
              <a:extLst>
                <a:ext uri="{FF2B5EF4-FFF2-40B4-BE49-F238E27FC236}">
                  <a16:creationId xmlns:a16="http://schemas.microsoft.com/office/drawing/2014/main" id="{15345681-CE67-58CE-181A-038889431B1C}"/>
                </a:ext>
              </a:extLst>
            </p:cNvPr>
            <p:cNvSpPr/>
            <p:nvPr/>
          </p:nvSpPr>
          <p:spPr>
            <a:xfrm>
              <a:off x="49403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5" name="椭圆 604">
              <a:extLst>
                <a:ext uri="{FF2B5EF4-FFF2-40B4-BE49-F238E27FC236}">
                  <a16:creationId xmlns:a16="http://schemas.microsoft.com/office/drawing/2014/main" id="{7C9D687C-2EB2-057E-DF98-E8F6AC514720}"/>
                </a:ext>
              </a:extLst>
            </p:cNvPr>
            <p:cNvSpPr/>
            <p:nvPr/>
          </p:nvSpPr>
          <p:spPr>
            <a:xfrm>
              <a:off x="51435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6" name="椭圆 605">
              <a:extLst>
                <a:ext uri="{FF2B5EF4-FFF2-40B4-BE49-F238E27FC236}">
                  <a16:creationId xmlns:a16="http://schemas.microsoft.com/office/drawing/2014/main" id="{7A74F8A5-BAFB-9E70-B382-871B8A4001F4}"/>
                </a:ext>
              </a:extLst>
            </p:cNvPr>
            <p:cNvSpPr/>
            <p:nvPr/>
          </p:nvSpPr>
          <p:spPr>
            <a:xfrm>
              <a:off x="53467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7" name="椭圆 606">
              <a:extLst>
                <a:ext uri="{FF2B5EF4-FFF2-40B4-BE49-F238E27FC236}">
                  <a16:creationId xmlns:a16="http://schemas.microsoft.com/office/drawing/2014/main" id="{E5AF2B1E-8D51-A68E-19DA-BFCD63FFA100}"/>
                </a:ext>
              </a:extLst>
            </p:cNvPr>
            <p:cNvSpPr/>
            <p:nvPr/>
          </p:nvSpPr>
          <p:spPr>
            <a:xfrm>
              <a:off x="5549900" y="95969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8" name="椭圆 607">
              <a:extLst>
                <a:ext uri="{FF2B5EF4-FFF2-40B4-BE49-F238E27FC236}">
                  <a16:creationId xmlns:a16="http://schemas.microsoft.com/office/drawing/2014/main" id="{CF01818E-939C-19D5-268F-E2B6D6277A01}"/>
                </a:ext>
              </a:extLst>
            </p:cNvPr>
            <p:cNvSpPr/>
            <p:nvPr/>
          </p:nvSpPr>
          <p:spPr>
            <a:xfrm>
              <a:off x="5753100" y="95969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9" name="椭圆 608">
              <a:extLst>
                <a:ext uri="{FF2B5EF4-FFF2-40B4-BE49-F238E27FC236}">
                  <a16:creationId xmlns:a16="http://schemas.microsoft.com/office/drawing/2014/main" id="{C060B619-C4AA-690E-B141-8BC8FF36C91A}"/>
                </a:ext>
              </a:extLst>
            </p:cNvPr>
            <p:cNvSpPr/>
            <p:nvPr/>
          </p:nvSpPr>
          <p:spPr>
            <a:xfrm>
              <a:off x="5956300" y="95969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0" name="椭圆 609">
              <a:extLst>
                <a:ext uri="{FF2B5EF4-FFF2-40B4-BE49-F238E27FC236}">
                  <a16:creationId xmlns:a16="http://schemas.microsoft.com/office/drawing/2014/main" id="{DB552AA5-999D-B466-A9A2-5D60090A4547}"/>
                </a:ext>
              </a:extLst>
            </p:cNvPr>
            <p:cNvSpPr/>
            <p:nvPr/>
          </p:nvSpPr>
          <p:spPr>
            <a:xfrm>
              <a:off x="5549900" y="1157861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1" name="椭圆 610">
              <a:extLst>
                <a:ext uri="{FF2B5EF4-FFF2-40B4-BE49-F238E27FC236}">
                  <a16:creationId xmlns:a16="http://schemas.microsoft.com/office/drawing/2014/main" id="{305AA6D6-F2A5-0EF6-FA63-4425E0C15514}"/>
                </a:ext>
              </a:extLst>
            </p:cNvPr>
            <p:cNvSpPr/>
            <p:nvPr/>
          </p:nvSpPr>
          <p:spPr>
            <a:xfrm>
              <a:off x="5753100" y="1157861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2" name="椭圆 611">
              <a:extLst>
                <a:ext uri="{FF2B5EF4-FFF2-40B4-BE49-F238E27FC236}">
                  <a16:creationId xmlns:a16="http://schemas.microsoft.com/office/drawing/2014/main" id="{0FDACD58-F779-B248-ACC9-209F85642B33}"/>
                </a:ext>
              </a:extLst>
            </p:cNvPr>
            <p:cNvSpPr/>
            <p:nvPr/>
          </p:nvSpPr>
          <p:spPr>
            <a:xfrm>
              <a:off x="5956300" y="1157861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3" name="椭圆 612">
              <a:extLst>
                <a:ext uri="{FF2B5EF4-FFF2-40B4-BE49-F238E27FC236}">
                  <a16:creationId xmlns:a16="http://schemas.microsoft.com/office/drawing/2014/main" id="{373E858F-FE6B-2162-35B5-27942308C97A}"/>
                </a:ext>
              </a:extLst>
            </p:cNvPr>
            <p:cNvSpPr/>
            <p:nvPr/>
          </p:nvSpPr>
          <p:spPr>
            <a:xfrm>
              <a:off x="5549900" y="1334932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4" name="椭圆 613">
              <a:extLst>
                <a:ext uri="{FF2B5EF4-FFF2-40B4-BE49-F238E27FC236}">
                  <a16:creationId xmlns:a16="http://schemas.microsoft.com/office/drawing/2014/main" id="{2728B636-DE0C-ED0B-FDBD-25422455D40D}"/>
                </a:ext>
              </a:extLst>
            </p:cNvPr>
            <p:cNvSpPr/>
            <p:nvPr/>
          </p:nvSpPr>
          <p:spPr>
            <a:xfrm>
              <a:off x="5753100" y="1334932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5" name="椭圆 614">
              <a:extLst>
                <a:ext uri="{FF2B5EF4-FFF2-40B4-BE49-F238E27FC236}">
                  <a16:creationId xmlns:a16="http://schemas.microsoft.com/office/drawing/2014/main" id="{D33853C4-FE29-9B4C-2433-94F8B91FB3D5}"/>
                </a:ext>
              </a:extLst>
            </p:cNvPr>
            <p:cNvSpPr/>
            <p:nvPr/>
          </p:nvSpPr>
          <p:spPr>
            <a:xfrm>
              <a:off x="5956300" y="1334932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6" name="椭圆 615">
              <a:extLst>
                <a:ext uri="{FF2B5EF4-FFF2-40B4-BE49-F238E27FC236}">
                  <a16:creationId xmlns:a16="http://schemas.microsoft.com/office/drawing/2014/main" id="{C49E1B0D-6467-3722-3C2D-5C84ED2A160F}"/>
                </a:ext>
              </a:extLst>
            </p:cNvPr>
            <p:cNvSpPr/>
            <p:nvPr/>
          </p:nvSpPr>
          <p:spPr>
            <a:xfrm>
              <a:off x="6156325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7" name="椭圆 616">
              <a:extLst>
                <a:ext uri="{FF2B5EF4-FFF2-40B4-BE49-F238E27FC236}">
                  <a16:creationId xmlns:a16="http://schemas.microsoft.com/office/drawing/2014/main" id="{BDB43E09-829B-C4FF-E025-EA952B84F3B9}"/>
                </a:ext>
              </a:extLst>
            </p:cNvPr>
            <p:cNvSpPr/>
            <p:nvPr/>
          </p:nvSpPr>
          <p:spPr>
            <a:xfrm>
              <a:off x="6359525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8" name="椭圆 617">
              <a:extLst>
                <a:ext uri="{FF2B5EF4-FFF2-40B4-BE49-F238E27FC236}">
                  <a16:creationId xmlns:a16="http://schemas.microsoft.com/office/drawing/2014/main" id="{E2423906-8507-C800-7EB9-D0FF8EECF689}"/>
                </a:ext>
              </a:extLst>
            </p:cNvPr>
            <p:cNvSpPr/>
            <p:nvPr/>
          </p:nvSpPr>
          <p:spPr>
            <a:xfrm>
              <a:off x="6562725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9" name="椭圆 618">
              <a:extLst>
                <a:ext uri="{FF2B5EF4-FFF2-40B4-BE49-F238E27FC236}">
                  <a16:creationId xmlns:a16="http://schemas.microsoft.com/office/drawing/2014/main" id="{F322769B-B22B-BCD8-49E5-A5635C05B48F}"/>
                </a:ext>
              </a:extLst>
            </p:cNvPr>
            <p:cNvSpPr/>
            <p:nvPr/>
          </p:nvSpPr>
          <p:spPr>
            <a:xfrm>
              <a:off x="6156325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0" name="椭圆 619">
              <a:extLst>
                <a:ext uri="{FF2B5EF4-FFF2-40B4-BE49-F238E27FC236}">
                  <a16:creationId xmlns:a16="http://schemas.microsoft.com/office/drawing/2014/main" id="{882CFE9F-72FE-627D-75F4-2F15809024A9}"/>
                </a:ext>
              </a:extLst>
            </p:cNvPr>
            <p:cNvSpPr/>
            <p:nvPr/>
          </p:nvSpPr>
          <p:spPr>
            <a:xfrm>
              <a:off x="6359525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1" name="椭圆 620">
              <a:extLst>
                <a:ext uri="{FF2B5EF4-FFF2-40B4-BE49-F238E27FC236}">
                  <a16:creationId xmlns:a16="http://schemas.microsoft.com/office/drawing/2014/main" id="{B1A6D403-E3AC-5163-A6A4-647460250790}"/>
                </a:ext>
              </a:extLst>
            </p:cNvPr>
            <p:cNvSpPr/>
            <p:nvPr/>
          </p:nvSpPr>
          <p:spPr>
            <a:xfrm>
              <a:off x="6562725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2" name="椭圆 621">
              <a:extLst>
                <a:ext uri="{FF2B5EF4-FFF2-40B4-BE49-F238E27FC236}">
                  <a16:creationId xmlns:a16="http://schemas.microsoft.com/office/drawing/2014/main" id="{63CD6949-771F-A84B-8CD3-26CA35A7C5AF}"/>
                </a:ext>
              </a:extLst>
            </p:cNvPr>
            <p:cNvSpPr/>
            <p:nvPr/>
          </p:nvSpPr>
          <p:spPr>
            <a:xfrm>
              <a:off x="6156325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3" name="椭圆 622">
              <a:extLst>
                <a:ext uri="{FF2B5EF4-FFF2-40B4-BE49-F238E27FC236}">
                  <a16:creationId xmlns:a16="http://schemas.microsoft.com/office/drawing/2014/main" id="{805CFF0E-4948-9B26-CE8D-B38F09F93099}"/>
                </a:ext>
              </a:extLst>
            </p:cNvPr>
            <p:cNvSpPr/>
            <p:nvPr/>
          </p:nvSpPr>
          <p:spPr>
            <a:xfrm>
              <a:off x="6359525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4" name="椭圆 623">
              <a:extLst>
                <a:ext uri="{FF2B5EF4-FFF2-40B4-BE49-F238E27FC236}">
                  <a16:creationId xmlns:a16="http://schemas.microsoft.com/office/drawing/2014/main" id="{922C815A-63F0-47C2-CD24-6D0340719D91}"/>
                </a:ext>
              </a:extLst>
            </p:cNvPr>
            <p:cNvSpPr/>
            <p:nvPr/>
          </p:nvSpPr>
          <p:spPr>
            <a:xfrm>
              <a:off x="6562725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5" name="组合 624">
            <a:extLst>
              <a:ext uri="{FF2B5EF4-FFF2-40B4-BE49-F238E27FC236}">
                <a16:creationId xmlns:a16="http://schemas.microsoft.com/office/drawing/2014/main" id="{47AB1AE0-34A6-325B-5EF1-14FA4FE6479A}"/>
              </a:ext>
            </a:extLst>
          </p:cNvPr>
          <p:cNvGrpSpPr/>
          <p:nvPr/>
        </p:nvGrpSpPr>
        <p:grpSpPr>
          <a:xfrm>
            <a:off x="5783566" y="4469828"/>
            <a:ext cx="422658" cy="88750"/>
            <a:chOff x="4368800" y="946150"/>
            <a:chExt cx="2397125" cy="591982"/>
          </a:xfrm>
        </p:grpSpPr>
        <p:sp>
          <p:nvSpPr>
            <p:cNvPr id="626" name="椭圆 625">
              <a:extLst>
                <a:ext uri="{FF2B5EF4-FFF2-40B4-BE49-F238E27FC236}">
                  <a16:creationId xmlns:a16="http://schemas.microsoft.com/office/drawing/2014/main" id="{CB0CABAA-A380-6F41-F7B2-017413662B62}"/>
                </a:ext>
              </a:extLst>
            </p:cNvPr>
            <p:cNvSpPr/>
            <p:nvPr/>
          </p:nvSpPr>
          <p:spPr>
            <a:xfrm>
              <a:off x="43688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7" name="椭圆 626">
              <a:extLst>
                <a:ext uri="{FF2B5EF4-FFF2-40B4-BE49-F238E27FC236}">
                  <a16:creationId xmlns:a16="http://schemas.microsoft.com/office/drawing/2014/main" id="{1BC8C044-E976-2E42-D497-57DE153E2910}"/>
                </a:ext>
              </a:extLst>
            </p:cNvPr>
            <p:cNvSpPr/>
            <p:nvPr/>
          </p:nvSpPr>
          <p:spPr>
            <a:xfrm>
              <a:off x="45720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8" name="椭圆 627">
              <a:extLst>
                <a:ext uri="{FF2B5EF4-FFF2-40B4-BE49-F238E27FC236}">
                  <a16:creationId xmlns:a16="http://schemas.microsoft.com/office/drawing/2014/main" id="{F239A70C-E13A-5560-B969-025152EA2E90}"/>
                </a:ext>
              </a:extLst>
            </p:cNvPr>
            <p:cNvSpPr/>
            <p:nvPr/>
          </p:nvSpPr>
          <p:spPr>
            <a:xfrm>
              <a:off x="47752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9" name="椭圆 628">
              <a:extLst>
                <a:ext uri="{FF2B5EF4-FFF2-40B4-BE49-F238E27FC236}">
                  <a16:creationId xmlns:a16="http://schemas.microsoft.com/office/drawing/2014/main" id="{5275C316-9D79-6B35-7E24-A8A4047587B9}"/>
                </a:ext>
              </a:extLst>
            </p:cNvPr>
            <p:cNvSpPr/>
            <p:nvPr/>
          </p:nvSpPr>
          <p:spPr>
            <a:xfrm>
              <a:off x="43688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0" name="椭圆 629">
              <a:extLst>
                <a:ext uri="{FF2B5EF4-FFF2-40B4-BE49-F238E27FC236}">
                  <a16:creationId xmlns:a16="http://schemas.microsoft.com/office/drawing/2014/main" id="{2AF38D44-6635-5CFF-C936-AD9479DCC948}"/>
                </a:ext>
              </a:extLst>
            </p:cNvPr>
            <p:cNvSpPr/>
            <p:nvPr/>
          </p:nvSpPr>
          <p:spPr>
            <a:xfrm>
              <a:off x="45720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1" name="椭圆 630">
              <a:extLst>
                <a:ext uri="{FF2B5EF4-FFF2-40B4-BE49-F238E27FC236}">
                  <a16:creationId xmlns:a16="http://schemas.microsoft.com/office/drawing/2014/main" id="{1EDAD0A2-6634-0D86-77DB-C0D31135D24F}"/>
                </a:ext>
              </a:extLst>
            </p:cNvPr>
            <p:cNvSpPr/>
            <p:nvPr/>
          </p:nvSpPr>
          <p:spPr>
            <a:xfrm>
              <a:off x="47752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2" name="椭圆 631">
              <a:extLst>
                <a:ext uri="{FF2B5EF4-FFF2-40B4-BE49-F238E27FC236}">
                  <a16:creationId xmlns:a16="http://schemas.microsoft.com/office/drawing/2014/main" id="{3914EC74-1846-9AAA-2187-019681A57427}"/>
                </a:ext>
              </a:extLst>
            </p:cNvPr>
            <p:cNvSpPr/>
            <p:nvPr/>
          </p:nvSpPr>
          <p:spPr>
            <a:xfrm>
              <a:off x="43688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3" name="椭圆 632">
              <a:extLst>
                <a:ext uri="{FF2B5EF4-FFF2-40B4-BE49-F238E27FC236}">
                  <a16:creationId xmlns:a16="http://schemas.microsoft.com/office/drawing/2014/main" id="{451AED72-D427-B14E-E2A0-1095D3C96BC4}"/>
                </a:ext>
              </a:extLst>
            </p:cNvPr>
            <p:cNvSpPr/>
            <p:nvPr/>
          </p:nvSpPr>
          <p:spPr>
            <a:xfrm>
              <a:off x="45720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4" name="椭圆 633">
              <a:extLst>
                <a:ext uri="{FF2B5EF4-FFF2-40B4-BE49-F238E27FC236}">
                  <a16:creationId xmlns:a16="http://schemas.microsoft.com/office/drawing/2014/main" id="{42850C87-93AD-4F22-4276-1375E2FFFDEB}"/>
                </a:ext>
              </a:extLst>
            </p:cNvPr>
            <p:cNvSpPr/>
            <p:nvPr/>
          </p:nvSpPr>
          <p:spPr>
            <a:xfrm>
              <a:off x="47752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5" name="椭圆 634">
              <a:extLst>
                <a:ext uri="{FF2B5EF4-FFF2-40B4-BE49-F238E27FC236}">
                  <a16:creationId xmlns:a16="http://schemas.microsoft.com/office/drawing/2014/main" id="{7FB830B8-21F3-355C-EB92-2171CF90F3B2}"/>
                </a:ext>
              </a:extLst>
            </p:cNvPr>
            <p:cNvSpPr/>
            <p:nvPr/>
          </p:nvSpPr>
          <p:spPr>
            <a:xfrm>
              <a:off x="49403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6" name="椭圆 635">
              <a:extLst>
                <a:ext uri="{FF2B5EF4-FFF2-40B4-BE49-F238E27FC236}">
                  <a16:creationId xmlns:a16="http://schemas.microsoft.com/office/drawing/2014/main" id="{82F5EFB0-AFB9-2F81-AA59-B9E9681A64FE}"/>
                </a:ext>
              </a:extLst>
            </p:cNvPr>
            <p:cNvSpPr/>
            <p:nvPr/>
          </p:nvSpPr>
          <p:spPr>
            <a:xfrm>
              <a:off x="51435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7" name="椭圆 636">
              <a:extLst>
                <a:ext uri="{FF2B5EF4-FFF2-40B4-BE49-F238E27FC236}">
                  <a16:creationId xmlns:a16="http://schemas.microsoft.com/office/drawing/2014/main" id="{0710F081-BF14-A40E-ACA1-EDBB10895157}"/>
                </a:ext>
              </a:extLst>
            </p:cNvPr>
            <p:cNvSpPr/>
            <p:nvPr/>
          </p:nvSpPr>
          <p:spPr>
            <a:xfrm>
              <a:off x="53467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8" name="椭圆 637">
              <a:extLst>
                <a:ext uri="{FF2B5EF4-FFF2-40B4-BE49-F238E27FC236}">
                  <a16:creationId xmlns:a16="http://schemas.microsoft.com/office/drawing/2014/main" id="{FD6B6B6A-5115-E6C7-A8C1-AD26B470A2C5}"/>
                </a:ext>
              </a:extLst>
            </p:cNvPr>
            <p:cNvSpPr/>
            <p:nvPr/>
          </p:nvSpPr>
          <p:spPr>
            <a:xfrm>
              <a:off x="49403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9" name="椭圆 638">
              <a:extLst>
                <a:ext uri="{FF2B5EF4-FFF2-40B4-BE49-F238E27FC236}">
                  <a16:creationId xmlns:a16="http://schemas.microsoft.com/office/drawing/2014/main" id="{24E1F097-21FC-DE6A-9C00-E169CF234BDD}"/>
                </a:ext>
              </a:extLst>
            </p:cNvPr>
            <p:cNvSpPr/>
            <p:nvPr/>
          </p:nvSpPr>
          <p:spPr>
            <a:xfrm>
              <a:off x="51435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0" name="椭圆 639">
              <a:extLst>
                <a:ext uri="{FF2B5EF4-FFF2-40B4-BE49-F238E27FC236}">
                  <a16:creationId xmlns:a16="http://schemas.microsoft.com/office/drawing/2014/main" id="{AED8BFEC-8410-D502-037C-55D6D7683C2D}"/>
                </a:ext>
              </a:extLst>
            </p:cNvPr>
            <p:cNvSpPr/>
            <p:nvPr/>
          </p:nvSpPr>
          <p:spPr>
            <a:xfrm>
              <a:off x="53467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1" name="椭圆 640">
              <a:extLst>
                <a:ext uri="{FF2B5EF4-FFF2-40B4-BE49-F238E27FC236}">
                  <a16:creationId xmlns:a16="http://schemas.microsoft.com/office/drawing/2014/main" id="{A2D9C3AB-B66E-3187-F494-88E0948D1CB2}"/>
                </a:ext>
              </a:extLst>
            </p:cNvPr>
            <p:cNvSpPr/>
            <p:nvPr/>
          </p:nvSpPr>
          <p:spPr>
            <a:xfrm>
              <a:off x="49403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2" name="椭圆 641">
              <a:extLst>
                <a:ext uri="{FF2B5EF4-FFF2-40B4-BE49-F238E27FC236}">
                  <a16:creationId xmlns:a16="http://schemas.microsoft.com/office/drawing/2014/main" id="{7ABB3D2C-FCAF-61E4-8E9A-2E64B0D85163}"/>
                </a:ext>
              </a:extLst>
            </p:cNvPr>
            <p:cNvSpPr/>
            <p:nvPr/>
          </p:nvSpPr>
          <p:spPr>
            <a:xfrm>
              <a:off x="51435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3" name="椭圆 642">
              <a:extLst>
                <a:ext uri="{FF2B5EF4-FFF2-40B4-BE49-F238E27FC236}">
                  <a16:creationId xmlns:a16="http://schemas.microsoft.com/office/drawing/2014/main" id="{13471544-2136-D4BF-CF65-B2084983F269}"/>
                </a:ext>
              </a:extLst>
            </p:cNvPr>
            <p:cNvSpPr/>
            <p:nvPr/>
          </p:nvSpPr>
          <p:spPr>
            <a:xfrm>
              <a:off x="53467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4" name="椭圆 643">
              <a:extLst>
                <a:ext uri="{FF2B5EF4-FFF2-40B4-BE49-F238E27FC236}">
                  <a16:creationId xmlns:a16="http://schemas.microsoft.com/office/drawing/2014/main" id="{3E3DA018-F435-0383-F7A9-B76C5CC01027}"/>
                </a:ext>
              </a:extLst>
            </p:cNvPr>
            <p:cNvSpPr/>
            <p:nvPr/>
          </p:nvSpPr>
          <p:spPr>
            <a:xfrm>
              <a:off x="5549900" y="95969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5" name="椭圆 644">
              <a:extLst>
                <a:ext uri="{FF2B5EF4-FFF2-40B4-BE49-F238E27FC236}">
                  <a16:creationId xmlns:a16="http://schemas.microsoft.com/office/drawing/2014/main" id="{CDEB08CF-A0C6-251B-6AEC-1F11599138FF}"/>
                </a:ext>
              </a:extLst>
            </p:cNvPr>
            <p:cNvSpPr/>
            <p:nvPr/>
          </p:nvSpPr>
          <p:spPr>
            <a:xfrm>
              <a:off x="5753100" y="95969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6" name="椭圆 645">
              <a:extLst>
                <a:ext uri="{FF2B5EF4-FFF2-40B4-BE49-F238E27FC236}">
                  <a16:creationId xmlns:a16="http://schemas.microsoft.com/office/drawing/2014/main" id="{4D5F8082-2B94-BDE9-7BE1-0843075057E5}"/>
                </a:ext>
              </a:extLst>
            </p:cNvPr>
            <p:cNvSpPr/>
            <p:nvPr/>
          </p:nvSpPr>
          <p:spPr>
            <a:xfrm>
              <a:off x="5956300" y="95969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7" name="椭圆 646">
              <a:extLst>
                <a:ext uri="{FF2B5EF4-FFF2-40B4-BE49-F238E27FC236}">
                  <a16:creationId xmlns:a16="http://schemas.microsoft.com/office/drawing/2014/main" id="{D24AEF46-E7D2-97E8-F44C-DBCEB2380264}"/>
                </a:ext>
              </a:extLst>
            </p:cNvPr>
            <p:cNvSpPr/>
            <p:nvPr/>
          </p:nvSpPr>
          <p:spPr>
            <a:xfrm>
              <a:off x="5549900" y="1157861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8" name="椭圆 647">
              <a:extLst>
                <a:ext uri="{FF2B5EF4-FFF2-40B4-BE49-F238E27FC236}">
                  <a16:creationId xmlns:a16="http://schemas.microsoft.com/office/drawing/2014/main" id="{BA6854AE-FAA9-DC24-56BF-16603F854ECF}"/>
                </a:ext>
              </a:extLst>
            </p:cNvPr>
            <p:cNvSpPr/>
            <p:nvPr/>
          </p:nvSpPr>
          <p:spPr>
            <a:xfrm>
              <a:off x="5753100" y="1157861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9" name="椭圆 648">
              <a:extLst>
                <a:ext uri="{FF2B5EF4-FFF2-40B4-BE49-F238E27FC236}">
                  <a16:creationId xmlns:a16="http://schemas.microsoft.com/office/drawing/2014/main" id="{0BB544BE-871C-B308-1682-8131179CD64F}"/>
                </a:ext>
              </a:extLst>
            </p:cNvPr>
            <p:cNvSpPr/>
            <p:nvPr/>
          </p:nvSpPr>
          <p:spPr>
            <a:xfrm>
              <a:off x="5956300" y="1157861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0" name="椭圆 649">
              <a:extLst>
                <a:ext uri="{FF2B5EF4-FFF2-40B4-BE49-F238E27FC236}">
                  <a16:creationId xmlns:a16="http://schemas.microsoft.com/office/drawing/2014/main" id="{039ACCFE-56CB-5619-2547-E129CCC2C2C9}"/>
                </a:ext>
              </a:extLst>
            </p:cNvPr>
            <p:cNvSpPr/>
            <p:nvPr/>
          </p:nvSpPr>
          <p:spPr>
            <a:xfrm>
              <a:off x="5549900" y="1334932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1" name="椭圆 650">
              <a:extLst>
                <a:ext uri="{FF2B5EF4-FFF2-40B4-BE49-F238E27FC236}">
                  <a16:creationId xmlns:a16="http://schemas.microsoft.com/office/drawing/2014/main" id="{1AFCFF0F-4FE0-1D1C-321E-F3F3A9A754C1}"/>
                </a:ext>
              </a:extLst>
            </p:cNvPr>
            <p:cNvSpPr/>
            <p:nvPr/>
          </p:nvSpPr>
          <p:spPr>
            <a:xfrm>
              <a:off x="5753100" y="1334932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2" name="椭圆 651">
              <a:extLst>
                <a:ext uri="{FF2B5EF4-FFF2-40B4-BE49-F238E27FC236}">
                  <a16:creationId xmlns:a16="http://schemas.microsoft.com/office/drawing/2014/main" id="{3847DAC7-A9DE-AEC9-E5AC-73D335E30E80}"/>
                </a:ext>
              </a:extLst>
            </p:cNvPr>
            <p:cNvSpPr/>
            <p:nvPr/>
          </p:nvSpPr>
          <p:spPr>
            <a:xfrm>
              <a:off x="5956300" y="1334932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3" name="椭圆 652">
              <a:extLst>
                <a:ext uri="{FF2B5EF4-FFF2-40B4-BE49-F238E27FC236}">
                  <a16:creationId xmlns:a16="http://schemas.microsoft.com/office/drawing/2014/main" id="{BB8690E5-6475-90EF-E159-1CA6D8671666}"/>
                </a:ext>
              </a:extLst>
            </p:cNvPr>
            <p:cNvSpPr/>
            <p:nvPr/>
          </p:nvSpPr>
          <p:spPr>
            <a:xfrm>
              <a:off x="6156325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4" name="椭圆 653">
              <a:extLst>
                <a:ext uri="{FF2B5EF4-FFF2-40B4-BE49-F238E27FC236}">
                  <a16:creationId xmlns:a16="http://schemas.microsoft.com/office/drawing/2014/main" id="{48714EEE-08D5-8E6E-AC32-FC94993C43AB}"/>
                </a:ext>
              </a:extLst>
            </p:cNvPr>
            <p:cNvSpPr/>
            <p:nvPr/>
          </p:nvSpPr>
          <p:spPr>
            <a:xfrm>
              <a:off x="6359525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5" name="椭圆 654">
              <a:extLst>
                <a:ext uri="{FF2B5EF4-FFF2-40B4-BE49-F238E27FC236}">
                  <a16:creationId xmlns:a16="http://schemas.microsoft.com/office/drawing/2014/main" id="{0A30F0E5-2B24-9005-5A07-FCDEFB1307CD}"/>
                </a:ext>
              </a:extLst>
            </p:cNvPr>
            <p:cNvSpPr/>
            <p:nvPr/>
          </p:nvSpPr>
          <p:spPr>
            <a:xfrm>
              <a:off x="6562725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6" name="椭圆 655">
              <a:extLst>
                <a:ext uri="{FF2B5EF4-FFF2-40B4-BE49-F238E27FC236}">
                  <a16:creationId xmlns:a16="http://schemas.microsoft.com/office/drawing/2014/main" id="{1035B605-4B50-0765-47A8-EF7CCD3EE4C5}"/>
                </a:ext>
              </a:extLst>
            </p:cNvPr>
            <p:cNvSpPr/>
            <p:nvPr/>
          </p:nvSpPr>
          <p:spPr>
            <a:xfrm>
              <a:off x="6156325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7" name="椭圆 656">
              <a:extLst>
                <a:ext uri="{FF2B5EF4-FFF2-40B4-BE49-F238E27FC236}">
                  <a16:creationId xmlns:a16="http://schemas.microsoft.com/office/drawing/2014/main" id="{B3CB4EEA-B67A-8AC2-2A84-3C1C0BB670CD}"/>
                </a:ext>
              </a:extLst>
            </p:cNvPr>
            <p:cNvSpPr/>
            <p:nvPr/>
          </p:nvSpPr>
          <p:spPr>
            <a:xfrm>
              <a:off x="6359525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8" name="椭圆 657">
              <a:extLst>
                <a:ext uri="{FF2B5EF4-FFF2-40B4-BE49-F238E27FC236}">
                  <a16:creationId xmlns:a16="http://schemas.microsoft.com/office/drawing/2014/main" id="{BEE3915E-CE93-0798-B19D-BF3DA4A8C016}"/>
                </a:ext>
              </a:extLst>
            </p:cNvPr>
            <p:cNvSpPr/>
            <p:nvPr/>
          </p:nvSpPr>
          <p:spPr>
            <a:xfrm>
              <a:off x="6562725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9" name="椭圆 658">
              <a:extLst>
                <a:ext uri="{FF2B5EF4-FFF2-40B4-BE49-F238E27FC236}">
                  <a16:creationId xmlns:a16="http://schemas.microsoft.com/office/drawing/2014/main" id="{19924992-F6B9-5F04-E53C-566774F906F0}"/>
                </a:ext>
              </a:extLst>
            </p:cNvPr>
            <p:cNvSpPr/>
            <p:nvPr/>
          </p:nvSpPr>
          <p:spPr>
            <a:xfrm>
              <a:off x="6156325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0" name="椭圆 659">
              <a:extLst>
                <a:ext uri="{FF2B5EF4-FFF2-40B4-BE49-F238E27FC236}">
                  <a16:creationId xmlns:a16="http://schemas.microsoft.com/office/drawing/2014/main" id="{4519637C-9309-EF8D-014F-E50FEE811EB3}"/>
                </a:ext>
              </a:extLst>
            </p:cNvPr>
            <p:cNvSpPr/>
            <p:nvPr/>
          </p:nvSpPr>
          <p:spPr>
            <a:xfrm>
              <a:off x="6359525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1" name="椭圆 660">
              <a:extLst>
                <a:ext uri="{FF2B5EF4-FFF2-40B4-BE49-F238E27FC236}">
                  <a16:creationId xmlns:a16="http://schemas.microsoft.com/office/drawing/2014/main" id="{B871771E-7178-8993-D620-47B5717D96D9}"/>
                </a:ext>
              </a:extLst>
            </p:cNvPr>
            <p:cNvSpPr/>
            <p:nvPr/>
          </p:nvSpPr>
          <p:spPr>
            <a:xfrm>
              <a:off x="6562725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62" name="组合 661">
            <a:extLst>
              <a:ext uri="{FF2B5EF4-FFF2-40B4-BE49-F238E27FC236}">
                <a16:creationId xmlns:a16="http://schemas.microsoft.com/office/drawing/2014/main" id="{90A2A23E-3556-877B-CE0B-D9B634F9E0CB}"/>
              </a:ext>
            </a:extLst>
          </p:cNvPr>
          <p:cNvGrpSpPr/>
          <p:nvPr/>
        </p:nvGrpSpPr>
        <p:grpSpPr>
          <a:xfrm>
            <a:off x="6882116" y="3758628"/>
            <a:ext cx="422658" cy="88750"/>
            <a:chOff x="4368800" y="946150"/>
            <a:chExt cx="2397125" cy="591982"/>
          </a:xfrm>
        </p:grpSpPr>
        <p:sp>
          <p:nvSpPr>
            <p:cNvPr id="663" name="椭圆 662">
              <a:extLst>
                <a:ext uri="{FF2B5EF4-FFF2-40B4-BE49-F238E27FC236}">
                  <a16:creationId xmlns:a16="http://schemas.microsoft.com/office/drawing/2014/main" id="{4BF6BE61-3241-DBE3-54FE-58A8212F9257}"/>
                </a:ext>
              </a:extLst>
            </p:cNvPr>
            <p:cNvSpPr/>
            <p:nvPr/>
          </p:nvSpPr>
          <p:spPr>
            <a:xfrm>
              <a:off x="43688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4" name="椭圆 663">
              <a:extLst>
                <a:ext uri="{FF2B5EF4-FFF2-40B4-BE49-F238E27FC236}">
                  <a16:creationId xmlns:a16="http://schemas.microsoft.com/office/drawing/2014/main" id="{CCE371A7-1FFB-1BE2-3D7E-109089D4FDE5}"/>
                </a:ext>
              </a:extLst>
            </p:cNvPr>
            <p:cNvSpPr/>
            <p:nvPr/>
          </p:nvSpPr>
          <p:spPr>
            <a:xfrm>
              <a:off x="45720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5" name="椭圆 664">
              <a:extLst>
                <a:ext uri="{FF2B5EF4-FFF2-40B4-BE49-F238E27FC236}">
                  <a16:creationId xmlns:a16="http://schemas.microsoft.com/office/drawing/2014/main" id="{701285BF-767C-B10F-AA14-DBB904F87A70}"/>
                </a:ext>
              </a:extLst>
            </p:cNvPr>
            <p:cNvSpPr/>
            <p:nvPr/>
          </p:nvSpPr>
          <p:spPr>
            <a:xfrm>
              <a:off x="47752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6" name="椭圆 665">
              <a:extLst>
                <a:ext uri="{FF2B5EF4-FFF2-40B4-BE49-F238E27FC236}">
                  <a16:creationId xmlns:a16="http://schemas.microsoft.com/office/drawing/2014/main" id="{22D858A4-8D3A-895C-B546-17AAF8F5440A}"/>
                </a:ext>
              </a:extLst>
            </p:cNvPr>
            <p:cNvSpPr/>
            <p:nvPr/>
          </p:nvSpPr>
          <p:spPr>
            <a:xfrm>
              <a:off x="43688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7" name="椭圆 666">
              <a:extLst>
                <a:ext uri="{FF2B5EF4-FFF2-40B4-BE49-F238E27FC236}">
                  <a16:creationId xmlns:a16="http://schemas.microsoft.com/office/drawing/2014/main" id="{A49C5083-C5DB-6927-A01C-211891E29F42}"/>
                </a:ext>
              </a:extLst>
            </p:cNvPr>
            <p:cNvSpPr/>
            <p:nvPr/>
          </p:nvSpPr>
          <p:spPr>
            <a:xfrm>
              <a:off x="45720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8" name="椭圆 667">
              <a:extLst>
                <a:ext uri="{FF2B5EF4-FFF2-40B4-BE49-F238E27FC236}">
                  <a16:creationId xmlns:a16="http://schemas.microsoft.com/office/drawing/2014/main" id="{A4586BDD-EE6C-57DF-32B4-626D00A6F84A}"/>
                </a:ext>
              </a:extLst>
            </p:cNvPr>
            <p:cNvSpPr/>
            <p:nvPr/>
          </p:nvSpPr>
          <p:spPr>
            <a:xfrm>
              <a:off x="47752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9" name="椭圆 668">
              <a:extLst>
                <a:ext uri="{FF2B5EF4-FFF2-40B4-BE49-F238E27FC236}">
                  <a16:creationId xmlns:a16="http://schemas.microsoft.com/office/drawing/2014/main" id="{F5902E10-187B-D275-1637-C9FBD286A8A4}"/>
                </a:ext>
              </a:extLst>
            </p:cNvPr>
            <p:cNvSpPr/>
            <p:nvPr/>
          </p:nvSpPr>
          <p:spPr>
            <a:xfrm>
              <a:off x="43688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0" name="椭圆 669">
              <a:extLst>
                <a:ext uri="{FF2B5EF4-FFF2-40B4-BE49-F238E27FC236}">
                  <a16:creationId xmlns:a16="http://schemas.microsoft.com/office/drawing/2014/main" id="{D7302E69-83DB-3DAD-77D6-AFA19CA68512}"/>
                </a:ext>
              </a:extLst>
            </p:cNvPr>
            <p:cNvSpPr/>
            <p:nvPr/>
          </p:nvSpPr>
          <p:spPr>
            <a:xfrm>
              <a:off x="45720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1" name="椭圆 670">
              <a:extLst>
                <a:ext uri="{FF2B5EF4-FFF2-40B4-BE49-F238E27FC236}">
                  <a16:creationId xmlns:a16="http://schemas.microsoft.com/office/drawing/2014/main" id="{11A20D7F-38A0-4D5F-BC4A-7DF53ADDCD4E}"/>
                </a:ext>
              </a:extLst>
            </p:cNvPr>
            <p:cNvSpPr/>
            <p:nvPr/>
          </p:nvSpPr>
          <p:spPr>
            <a:xfrm>
              <a:off x="47752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2" name="椭圆 671">
              <a:extLst>
                <a:ext uri="{FF2B5EF4-FFF2-40B4-BE49-F238E27FC236}">
                  <a16:creationId xmlns:a16="http://schemas.microsoft.com/office/drawing/2014/main" id="{921FDA69-673F-3B3E-DFD6-C3BE766E0C5D}"/>
                </a:ext>
              </a:extLst>
            </p:cNvPr>
            <p:cNvSpPr/>
            <p:nvPr/>
          </p:nvSpPr>
          <p:spPr>
            <a:xfrm>
              <a:off x="49403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3" name="椭圆 672">
              <a:extLst>
                <a:ext uri="{FF2B5EF4-FFF2-40B4-BE49-F238E27FC236}">
                  <a16:creationId xmlns:a16="http://schemas.microsoft.com/office/drawing/2014/main" id="{FF1D4E4F-3C86-920D-CB7B-492D9FEDAC9D}"/>
                </a:ext>
              </a:extLst>
            </p:cNvPr>
            <p:cNvSpPr/>
            <p:nvPr/>
          </p:nvSpPr>
          <p:spPr>
            <a:xfrm>
              <a:off x="51435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4" name="椭圆 673">
              <a:extLst>
                <a:ext uri="{FF2B5EF4-FFF2-40B4-BE49-F238E27FC236}">
                  <a16:creationId xmlns:a16="http://schemas.microsoft.com/office/drawing/2014/main" id="{B7748F7B-E8BA-0F14-B328-BA2E2E305DD5}"/>
                </a:ext>
              </a:extLst>
            </p:cNvPr>
            <p:cNvSpPr/>
            <p:nvPr/>
          </p:nvSpPr>
          <p:spPr>
            <a:xfrm>
              <a:off x="53467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5" name="椭圆 674">
              <a:extLst>
                <a:ext uri="{FF2B5EF4-FFF2-40B4-BE49-F238E27FC236}">
                  <a16:creationId xmlns:a16="http://schemas.microsoft.com/office/drawing/2014/main" id="{2B60F3A2-A1A0-5BD0-0452-0114C9A4C300}"/>
                </a:ext>
              </a:extLst>
            </p:cNvPr>
            <p:cNvSpPr/>
            <p:nvPr/>
          </p:nvSpPr>
          <p:spPr>
            <a:xfrm>
              <a:off x="49403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6" name="椭圆 675">
              <a:extLst>
                <a:ext uri="{FF2B5EF4-FFF2-40B4-BE49-F238E27FC236}">
                  <a16:creationId xmlns:a16="http://schemas.microsoft.com/office/drawing/2014/main" id="{85AC0981-FD4C-DA25-F489-55F2F445CB8E}"/>
                </a:ext>
              </a:extLst>
            </p:cNvPr>
            <p:cNvSpPr/>
            <p:nvPr/>
          </p:nvSpPr>
          <p:spPr>
            <a:xfrm>
              <a:off x="51435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7" name="椭圆 676">
              <a:extLst>
                <a:ext uri="{FF2B5EF4-FFF2-40B4-BE49-F238E27FC236}">
                  <a16:creationId xmlns:a16="http://schemas.microsoft.com/office/drawing/2014/main" id="{B700AB0A-56B0-4F3C-5982-F90C67C240D8}"/>
                </a:ext>
              </a:extLst>
            </p:cNvPr>
            <p:cNvSpPr/>
            <p:nvPr/>
          </p:nvSpPr>
          <p:spPr>
            <a:xfrm>
              <a:off x="53467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8" name="椭圆 677">
              <a:extLst>
                <a:ext uri="{FF2B5EF4-FFF2-40B4-BE49-F238E27FC236}">
                  <a16:creationId xmlns:a16="http://schemas.microsoft.com/office/drawing/2014/main" id="{2FF7926B-A3B4-F82D-EA03-75B0E2C248C2}"/>
                </a:ext>
              </a:extLst>
            </p:cNvPr>
            <p:cNvSpPr/>
            <p:nvPr/>
          </p:nvSpPr>
          <p:spPr>
            <a:xfrm>
              <a:off x="49403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9" name="椭圆 678">
              <a:extLst>
                <a:ext uri="{FF2B5EF4-FFF2-40B4-BE49-F238E27FC236}">
                  <a16:creationId xmlns:a16="http://schemas.microsoft.com/office/drawing/2014/main" id="{17FA2D94-A2F1-1142-832E-2B334C7952A5}"/>
                </a:ext>
              </a:extLst>
            </p:cNvPr>
            <p:cNvSpPr/>
            <p:nvPr/>
          </p:nvSpPr>
          <p:spPr>
            <a:xfrm>
              <a:off x="51435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0" name="椭圆 679">
              <a:extLst>
                <a:ext uri="{FF2B5EF4-FFF2-40B4-BE49-F238E27FC236}">
                  <a16:creationId xmlns:a16="http://schemas.microsoft.com/office/drawing/2014/main" id="{68F66689-64C8-1A7C-E72D-409E4CA49638}"/>
                </a:ext>
              </a:extLst>
            </p:cNvPr>
            <p:cNvSpPr/>
            <p:nvPr/>
          </p:nvSpPr>
          <p:spPr>
            <a:xfrm>
              <a:off x="53467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1" name="椭圆 680">
              <a:extLst>
                <a:ext uri="{FF2B5EF4-FFF2-40B4-BE49-F238E27FC236}">
                  <a16:creationId xmlns:a16="http://schemas.microsoft.com/office/drawing/2014/main" id="{84CDF3DD-98DE-65D8-95CC-2313E39B1961}"/>
                </a:ext>
              </a:extLst>
            </p:cNvPr>
            <p:cNvSpPr/>
            <p:nvPr/>
          </p:nvSpPr>
          <p:spPr>
            <a:xfrm>
              <a:off x="5549900" y="95969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2" name="椭圆 681">
              <a:extLst>
                <a:ext uri="{FF2B5EF4-FFF2-40B4-BE49-F238E27FC236}">
                  <a16:creationId xmlns:a16="http://schemas.microsoft.com/office/drawing/2014/main" id="{314AD8A7-4702-3A5D-2738-5DECCFD0C6DF}"/>
                </a:ext>
              </a:extLst>
            </p:cNvPr>
            <p:cNvSpPr/>
            <p:nvPr/>
          </p:nvSpPr>
          <p:spPr>
            <a:xfrm>
              <a:off x="5753100" y="95969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3" name="椭圆 682">
              <a:extLst>
                <a:ext uri="{FF2B5EF4-FFF2-40B4-BE49-F238E27FC236}">
                  <a16:creationId xmlns:a16="http://schemas.microsoft.com/office/drawing/2014/main" id="{467743B4-D961-0181-9F15-7BE27936BA69}"/>
                </a:ext>
              </a:extLst>
            </p:cNvPr>
            <p:cNvSpPr/>
            <p:nvPr/>
          </p:nvSpPr>
          <p:spPr>
            <a:xfrm>
              <a:off x="5956300" y="95969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4" name="椭圆 683">
              <a:extLst>
                <a:ext uri="{FF2B5EF4-FFF2-40B4-BE49-F238E27FC236}">
                  <a16:creationId xmlns:a16="http://schemas.microsoft.com/office/drawing/2014/main" id="{C4BB2435-E60E-1540-7538-C23CC03AEC27}"/>
                </a:ext>
              </a:extLst>
            </p:cNvPr>
            <p:cNvSpPr/>
            <p:nvPr/>
          </p:nvSpPr>
          <p:spPr>
            <a:xfrm>
              <a:off x="5549900" y="1157861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5" name="椭圆 684">
              <a:extLst>
                <a:ext uri="{FF2B5EF4-FFF2-40B4-BE49-F238E27FC236}">
                  <a16:creationId xmlns:a16="http://schemas.microsoft.com/office/drawing/2014/main" id="{467722C5-DAA2-124B-F894-85CF03E5EAB9}"/>
                </a:ext>
              </a:extLst>
            </p:cNvPr>
            <p:cNvSpPr/>
            <p:nvPr/>
          </p:nvSpPr>
          <p:spPr>
            <a:xfrm>
              <a:off x="5753100" y="1157861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6" name="椭圆 685">
              <a:extLst>
                <a:ext uri="{FF2B5EF4-FFF2-40B4-BE49-F238E27FC236}">
                  <a16:creationId xmlns:a16="http://schemas.microsoft.com/office/drawing/2014/main" id="{EDB53739-3889-824D-D73F-5C69BE3C26B4}"/>
                </a:ext>
              </a:extLst>
            </p:cNvPr>
            <p:cNvSpPr/>
            <p:nvPr/>
          </p:nvSpPr>
          <p:spPr>
            <a:xfrm>
              <a:off x="5956300" y="1157861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7" name="椭圆 686">
              <a:extLst>
                <a:ext uri="{FF2B5EF4-FFF2-40B4-BE49-F238E27FC236}">
                  <a16:creationId xmlns:a16="http://schemas.microsoft.com/office/drawing/2014/main" id="{583CE587-D673-2F87-390A-E722F73B7DE7}"/>
                </a:ext>
              </a:extLst>
            </p:cNvPr>
            <p:cNvSpPr/>
            <p:nvPr/>
          </p:nvSpPr>
          <p:spPr>
            <a:xfrm>
              <a:off x="5549900" y="1334932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8" name="椭圆 687">
              <a:extLst>
                <a:ext uri="{FF2B5EF4-FFF2-40B4-BE49-F238E27FC236}">
                  <a16:creationId xmlns:a16="http://schemas.microsoft.com/office/drawing/2014/main" id="{151B55D8-B4DB-8567-73E8-B1EE7E9AAFC8}"/>
                </a:ext>
              </a:extLst>
            </p:cNvPr>
            <p:cNvSpPr/>
            <p:nvPr/>
          </p:nvSpPr>
          <p:spPr>
            <a:xfrm>
              <a:off x="5753100" y="1334932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9" name="椭圆 688">
              <a:extLst>
                <a:ext uri="{FF2B5EF4-FFF2-40B4-BE49-F238E27FC236}">
                  <a16:creationId xmlns:a16="http://schemas.microsoft.com/office/drawing/2014/main" id="{6A0824AF-013E-C210-ECEB-A168ED115642}"/>
                </a:ext>
              </a:extLst>
            </p:cNvPr>
            <p:cNvSpPr/>
            <p:nvPr/>
          </p:nvSpPr>
          <p:spPr>
            <a:xfrm>
              <a:off x="5956300" y="1334932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0" name="椭圆 689">
              <a:extLst>
                <a:ext uri="{FF2B5EF4-FFF2-40B4-BE49-F238E27FC236}">
                  <a16:creationId xmlns:a16="http://schemas.microsoft.com/office/drawing/2014/main" id="{7D9F4CA7-A770-CC27-3B1E-72C48019779D}"/>
                </a:ext>
              </a:extLst>
            </p:cNvPr>
            <p:cNvSpPr/>
            <p:nvPr/>
          </p:nvSpPr>
          <p:spPr>
            <a:xfrm>
              <a:off x="6156325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1" name="椭圆 690">
              <a:extLst>
                <a:ext uri="{FF2B5EF4-FFF2-40B4-BE49-F238E27FC236}">
                  <a16:creationId xmlns:a16="http://schemas.microsoft.com/office/drawing/2014/main" id="{1D0A662F-66EB-112D-E8FC-C6CB0B956A92}"/>
                </a:ext>
              </a:extLst>
            </p:cNvPr>
            <p:cNvSpPr/>
            <p:nvPr/>
          </p:nvSpPr>
          <p:spPr>
            <a:xfrm>
              <a:off x="6359525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2" name="椭圆 691">
              <a:extLst>
                <a:ext uri="{FF2B5EF4-FFF2-40B4-BE49-F238E27FC236}">
                  <a16:creationId xmlns:a16="http://schemas.microsoft.com/office/drawing/2014/main" id="{BC3F92C0-3976-50C4-4A30-ACFF0166636D}"/>
                </a:ext>
              </a:extLst>
            </p:cNvPr>
            <p:cNvSpPr/>
            <p:nvPr/>
          </p:nvSpPr>
          <p:spPr>
            <a:xfrm>
              <a:off x="6562725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3" name="椭圆 692">
              <a:extLst>
                <a:ext uri="{FF2B5EF4-FFF2-40B4-BE49-F238E27FC236}">
                  <a16:creationId xmlns:a16="http://schemas.microsoft.com/office/drawing/2014/main" id="{7F08CC7C-9093-033F-74AF-42FDF42EC502}"/>
                </a:ext>
              </a:extLst>
            </p:cNvPr>
            <p:cNvSpPr/>
            <p:nvPr/>
          </p:nvSpPr>
          <p:spPr>
            <a:xfrm>
              <a:off x="6156325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4" name="椭圆 693">
              <a:extLst>
                <a:ext uri="{FF2B5EF4-FFF2-40B4-BE49-F238E27FC236}">
                  <a16:creationId xmlns:a16="http://schemas.microsoft.com/office/drawing/2014/main" id="{AC5E16A0-412C-6E3B-DE89-0235FB045CC2}"/>
                </a:ext>
              </a:extLst>
            </p:cNvPr>
            <p:cNvSpPr/>
            <p:nvPr/>
          </p:nvSpPr>
          <p:spPr>
            <a:xfrm>
              <a:off x="6359525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5" name="椭圆 694">
              <a:extLst>
                <a:ext uri="{FF2B5EF4-FFF2-40B4-BE49-F238E27FC236}">
                  <a16:creationId xmlns:a16="http://schemas.microsoft.com/office/drawing/2014/main" id="{B8110552-1AC1-C056-5B97-F574BACCE1B0}"/>
                </a:ext>
              </a:extLst>
            </p:cNvPr>
            <p:cNvSpPr/>
            <p:nvPr/>
          </p:nvSpPr>
          <p:spPr>
            <a:xfrm>
              <a:off x="6562725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6" name="椭圆 695">
              <a:extLst>
                <a:ext uri="{FF2B5EF4-FFF2-40B4-BE49-F238E27FC236}">
                  <a16:creationId xmlns:a16="http://schemas.microsoft.com/office/drawing/2014/main" id="{DFA40372-6180-67EA-FB00-792DED0DA446}"/>
                </a:ext>
              </a:extLst>
            </p:cNvPr>
            <p:cNvSpPr/>
            <p:nvPr/>
          </p:nvSpPr>
          <p:spPr>
            <a:xfrm>
              <a:off x="6156325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7" name="椭圆 696">
              <a:extLst>
                <a:ext uri="{FF2B5EF4-FFF2-40B4-BE49-F238E27FC236}">
                  <a16:creationId xmlns:a16="http://schemas.microsoft.com/office/drawing/2014/main" id="{C2EC7BB6-819A-A05A-4DE3-43C9F4A36BB3}"/>
                </a:ext>
              </a:extLst>
            </p:cNvPr>
            <p:cNvSpPr/>
            <p:nvPr/>
          </p:nvSpPr>
          <p:spPr>
            <a:xfrm>
              <a:off x="6359525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8" name="椭圆 697">
              <a:extLst>
                <a:ext uri="{FF2B5EF4-FFF2-40B4-BE49-F238E27FC236}">
                  <a16:creationId xmlns:a16="http://schemas.microsoft.com/office/drawing/2014/main" id="{59543992-99A9-2276-FC7A-DCB2F26723DF}"/>
                </a:ext>
              </a:extLst>
            </p:cNvPr>
            <p:cNvSpPr/>
            <p:nvPr/>
          </p:nvSpPr>
          <p:spPr>
            <a:xfrm>
              <a:off x="6562725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99" name="组合 698">
            <a:extLst>
              <a:ext uri="{FF2B5EF4-FFF2-40B4-BE49-F238E27FC236}">
                <a16:creationId xmlns:a16="http://schemas.microsoft.com/office/drawing/2014/main" id="{0EFA4DA1-75B3-F5F2-1DE7-2E9B2103837D}"/>
              </a:ext>
            </a:extLst>
          </p:cNvPr>
          <p:cNvGrpSpPr/>
          <p:nvPr/>
        </p:nvGrpSpPr>
        <p:grpSpPr>
          <a:xfrm>
            <a:off x="6882116" y="4088828"/>
            <a:ext cx="422658" cy="88750"/>
            <a:chOff x="4368800" y="946150"/>
            <a:chExt cx="2397125" cy="591982"/>
          </a:xfrm>
        </p:grpSpPr>
        <p:sp>
          <p:nvSpPr>
            <p:cNvPr id="700" name="椭圆 699">
              <a:extLst>
                <a:ext uri="{FF2B5EF4-FFF2-40B4-BE49-F238E27FC236}">
                  <a16:creationId xmlns:a16="http://schemas.microsoft.com/office/drawing/2014/main" id="{3F5E0590-897F-F9C6-CCC7-DB0796DD53BB}"/>
                </a:ext>
              </a:extLst>
            </p:cNvPr>
            <p:cNvSpPr/>
            <p:nvPr/>
          </p:nvSpPr>
          <p:spPr>
            <a:xfrm>
              <a:off x="43688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1" name="椭圆 700">
              <a:extLst>
                <a:ext uri="{FF2B5EF4-FFF2-40B4-BE49-F238E27FC236}">
                  <a16:creationId xmlns:a16="http://schemas.microsoft.com/office/drawing/2014/main" id="{A872E68D-3099-0D6A-F248-39A07C50212A}"/>
                </a:ext>
              </a:extLst>
            </p:cNvPr>
            <p:cNvSpPr/>
            <p:nvPr/>
          </p:nvSpPr>
          <p:spPr>
            <a:xfrm>
              <a:off x="45720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2" name="椭圆 701">
              <a:extLst>
                <a:ext uri="{FF2B5EF4-FFF2-40B4-BE49-F238E27FC236}">
                  <a16:creationId xmlns:a16="http://schemas.microsoft.com/office/drawing/2014/main" id="{8D7A19E2-C6C3-0276-F5FD-B0E9CD5CFB26}"/>
                </a:ext>
              </a:extLst>
            </p:cNvPr>
            <p:cNvSpPr/>
            <p:nvPr/>
          </p:nvSpPr>
          <p:spPr>
            <a:xfrm>
              <a:off x="47752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3" name="椭圆 702">
              <a:extLst>
                <a:ext uri="{FF2B5EF4-FFF2-40B4-BE49-F238E27FC236}">
                  <a16:creationId xmlns:a16="http://schemas.microsoft.com/office/drawing/2014/main" id="{173BD0DC-07A3-6620-21BA-6F6B68211F21}"/>
                </a:ext>
              </a:extLst>
            </p:cNvPr>
            <p:cNvSpPr/>
            <p:nvPr/>
          </p:nvSpPr>
          <p:spPr>
            <a:xfrm>
              <a:off x="43688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4" name="椭圆 703">
              <a:extLst>
                <a:ext uri="{FF2B5EF4-FFF2-40B4-BE49-F238E27FC236}">
                  <a16:creationId xmlns:a16="http://schemas.microsoft.com/office/drawing/2014/main" id="{517112D0-86E1-D5CD-1773-195B812930C7}"/>
                </a:ext>
              </a:extLst>
            </p:cNvPr>
            <p:cNvSpPr/>
            <p:nvPr/>
          </p:nvSpPr>
          <p:spPr>
            <a:xfrm>
              <a:off x="45720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5" name="椭圆 704">
              <a:extLst>
                <a:ext uri="{FF2B5EF4-FFF2-40B4-BE49-F238E27FC236}">
                  <a16:creationId xmlns:a16="http://schemas.microsoft.com/office/drawing/2014/main" id="{B2808438-EA25-CBF3-7B32-CA2316DF52C8}"/>
                </a:ext>
              </a:extLst>
            </p:cNvPr>
            <p:cNvSpPr/>
            <p:nvPr/>
          </p:nvSpPr>
          <p:spPr>
            <a:xfrm>
              <a:off x="47752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6" name="椭圆 705">
              <a:extLst>
                <a:ext uri="{FF2B5EF4-FFF2-40B4-BE49-F238E27FC236}">
                  <a16:creationId xmlns:a16="http://schemas.microsoft.com/office/drawing/2014/main" id="{3D66A912-4BEA-78AD-7BA6-EAF59DAFB068}"/>
                </a:ext>
              </a:extLst>
            </p:cNvPr>
            <p:cNvSpPr/>
            <p:nvPr/>
          </p:nvSpPr>
          <p:spPr>
            <a:xfrm>
              <a:off x="43688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7" name="椭圆 706">
              <a:extLst>
                <a:ext uri="{FF2B5EF4-FFF2-40B4-BE49-F238E27FC236}">
                  <a16:creationId xmlns:a16="http://schemas.microsoft.com/office/drawing/2014/main" id="{9BFFA42C-A0AD-14E4-5889-2830C9C0F98D}"/>
                </a:ext>
              </a:extLst>
            </p:cNvPr>
            <p:cNvSpPr/>
            <p:nvPr/>
          </p:nvSpPr>
          <p:spPr>
            <a:xfrm>
              <a:off x="45720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8" name="椭圆 707">
              <a:extLst>
                <a:ext uri="{FF2B5EF4-FFF2-40B4-BE49-F238E27FC236}">
                  <a16:creationId xmlns:a16="http://schemas.microsoft.com/office/drawing/2014/main" id="{64A0D962-2E09-91CE-A453-2758621DB4C8}"/>
                </a:ext>
              </a:extLst>
            </p:cNvPr>
            <p:cNvSpPr/>
            <p:nvPr/>
          </p:nvSpPr>
          <p:spPr>
            <a:xfrm>
              <a:off x="47752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9" name="椭圆 708">
              <a:extLst>
                <a:ext uri="{FF2B5EF4-FFF2-40B4-BE49-F238E27FC236}">
                  <a16:creationId xmlns:a16="http://schemas.microsoft.com/office/drawing/2014/main" id="{939B65AC-AE7F-8391-450B-7E957C5D69FE}"/>
                </a:ext>
              </a:extLst>
            </p:cNvPr>
            <p:cNvSpPr/>
            <p:nvPr/>
          </p:nvSpPr>
          <p:spPr>
            <a:xfrm>
              <a:off x="49403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0" name="椭圆 709">
              <a:extLst>
                <a:ext uri="{FF2B5EF4-FFF2-40B4-BE49-F238E27FC236}">
                  <a16:creationId xmlns:a16="http://schemas.microsoft.com/office/drawing/2014/main" id="{BDB1ED26-2AA1-6FF7-0826-2E290E9BBA86}"/>
                </a:ext>
              </a:extLst>
            </p:cNvPr>
            <p:cNvSpPr/>
            <p:nvPr/>
          </p:nvSpPr>
          <p:spPr>
            <a:xfrm>
              <a:off x="51435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1" name="椭圆 710">
              <a:extLst>
                <a:ext uri="{FF2B5EF4-FFF2-40B4-BE49-F238E27FC236}">
                  <a16:creationId xmlns:a16="http://schemas.microsoft.com/office/drawing/2014/main" id="{342CA8EE-4EBD-FD87-F099-59824F685CB8}"/>
                </a:ext>
              </a:extLst>
            </p:cNvPr>
            <p:cNvSpPr/>
            <p:nvPr/>
          </p:nvSpPr>
          <p:spPr>
            <a:xfrm>
              <a:off x="53467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2" name="椭圆 711">
              <a:extLst>
                <a:ext uri="{FF2B5EF4-FFF2-40B4-BE49-F238E27FC236}">
                  <a16:creationId xmlns:a16="http://schemas.microsoft.com/office/drawing/2014/main" id="{14FFEAD6-3ACA-D6BD-10BC-68D979F7A1FE}"/>
                </a:ext>
              </a:extLst>
            </p:cNvPr>
            <p:cNvSpPr/>
            <p:nvPr/>
          </p:nvSpPr>
          <p:spPr>
            <a:xfrm>
              <a:off x="49403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3" name="椭圆 712">
              <a:extLst>
                <a:ext uri="{FF2B5EF4-FFF2-40B4-BE49-F238E27FC236}">
                  <a16:creationId xmlns:a16="http://schemas.microsoft.com/office/drawing/2014/main" id="{3CF14B94-58DE-EB80-08EB-A62A3445FF96}"/>
                </a:ext>
              </a:extLst>
            </p:cNvPr>
            <p:cNvSpPr/>
            <p:nvPr/>
          </p:nvSpPr>
          <p:spPr>
            <a:xfrm>
              <a:off x="51435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4" name="椭圆 713">
              <a:extLst>
                <a:ext uri="{FF2B5EF4-FFF2-40B4-BE49-F238E27FC236}">
                  <a16:creationId xmlns:a16="http://schemas.microsoft.com/office/drawing/2014/main" id="{8FF6107D-8841-DC6F-09BD-8DA4EA1B0120}"/>
                </a:ext>
              </a:extLst>
            </p:cNvPr>
            <p:cNvSpPr/>
            <p:nvPr/>
          </p:nvSpPr>
          <p:spPr>
            <a:xfrm>
              <a:off x="53467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5" name="椭圆 714">
              <a:extLst>
                <a:ext uri="{FF2B5EF4-FFF2-40B4-BE49-F238E27FC236}">
                  <a16:creationId xmlns:a16="http://schemas.microsoft.com/office/drawing/2014/main" id="{8AC35476-0A26-BB64-21BB-8B58818B7F46}"/>
                </a:ext>
              </a:extLst>
            </p:cNvPr>
            <p:cNvSpPr/>
            <p:nvPr/>
          </p:nvSpPr>
          <p:spPr>
            <a:xfrm>
              <a:off x="49403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6" name="椭圆 715">
              <a:extLst>
                <a:ext uri="{FF2B5EF4-FFF2-40B4-BE49-F238E27FC236}">
                  <a16:creationId xmlns:a16="http://schemas.microsoft.com/office/drawing/2014/main" id="{81385CCF-AC37-B8B7-E206-F934F8C9467A}"/>
                </a:ext>
              </a:extLst>
            </p:cNvPr>
            <p:cNvSpPr/>
            <p:nvPr/>
          </p:nvSpPr>
          <p:spPr>
            <a:xfrm>
              <a:off x="51435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7" name="椭圆 716">
              <a:extLst>
                <a:ext uri="{FF2B5EF4-FFF2-40B4-BE49-F238E27FC236}">
                  <a16:creationId xmlns:a16="http://schemas.microsoft.com/office/drawing/2014/main" id="{8D23FD74-08F9-568F-A807-3D0404D2BCA6}"/>
                </a:ext>
              </a:extLst>
            </p:cNvPr>
            <p:cNvSpPr/>
            <p:nvPr/>
          </p:nvSpPr>
          <p:spPr>
            <a:xfrm>
              <a:off x="53467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8" name="椭圆 717">
              <a:extLst>
                <a:ext uri="{FF2B5EF4-FFF2-40B4-BE49-F238E27FC236}">
                  <a16:creationId xmlns:a16="http://schemas.microsoft.com/office/drawing/2014/main" id="{70800503-E67E-DBB7-5626-06BE5C068883}"/>
                </a:ext>
              </a:extLst>
            </p:cNvPr>
            <p:cNvSpPr/>
            <p:nvPr/>
          </p:nvSpPr>
          <p:spPr>
            <a:xfrm>
              <a:off x="5549900" y="95969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9" name="椭圆 718">
              <a:extLst>
                <a:ext uri="{FF2B5EF4-FFF2-40B4-BE49-F238E27FC236}">
                  <a16:creationId xmlns:a16="http://schemas.microsoft.com/office/drawing/2014/main" id="{23C02E14-3B26-2C6C-6648-AB63366D3339}"/>
                </a:ext>
              </a:extLst>
            </p:cNvPr>
            <p:cNvSpPr/>
            <p:nvPr/>
          </p:nvSpPr>
          <p:spPr>
            <a:xfrm>
              <a:off x="5753100" y="95969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0" name="椭圆 719">
              <a:extLst>
                <a:ext uri="{FF2B5EF4-FFF2-40B4-BE49-F238E27FC236}">
                  <a16:creationId xmlns:a16="http://schemas.microsoft.com/office/drawing/2014/main" id="{524403D9-359C-9BBD-EE2E-FBF236F27A20}"/>
                </a:ext>
              </a:extLst>
            </p:cNvPr>
            <p:cNvSpPr/>
            <p:nvPr/>
          </p:nvSpPr>
          <p:spPr>
            <a:xfrm>
              <a:off x="5956300" y="95969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1" name="椭圆 720">
              <a:extLst>
                <a:ext uri="{FF2B5EF4-FFF2-40B4-BE49-F238E27FC236}">
                  <a16:creationId xmlns:a16="http://schemas.microsoft.com/office/drawing/2014/main" id="{DCF68571-35E1-9EC0-FED9-F14B628EA873}"/>
                </a:ext>
              </a:extLst>
            </p:cNvPr>
            <p:cNvSpPr/>
            <p:nvPr/>
          </p:nvSpPr>
          <p:spPr>
            <a:xfrm>
              <a:off x="5549900" y="1157861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2" name="椭圆 721">
              <a:extLst>
                <a:ext uri="{FF2B5EF4-FFF2-40B4-BE49-F238E27FC236}">
                  <a16:creationId xmlns:a16="http://schemas.microsoft.com/office/drawing/2014/main" id="{853F6271-8678-7C75-5245-C1B57DF2189F}"/>
                </a:ext>
              </a:extLst>
            </p:cNvPr>
            <p:cNvSpPr/>
            <p:nvPr/>
          </p:nvSpPr>
          <p:spPr>
            <a:xfrm>
              <a:off x="5753100" y="1157861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3" name="椭圆 722">
              <a:extLst>
                <a:ext uri="{FF2B5EF4-FFF2-40B4-BE49-F238E27FC236}">
                  <a16:creationId xmlns:a16="http://schemas.microsoft.com/office/drawing/2014/main" id="{DFC85BE1-C1BA-8565-A655-9525A0EDC517}"/>
                </a:ext>
              </a:extLst>
            </p:cNvPr>
            <p:cNvSpPr/>
            <p:nvPr/>
          </p:nvSpPr>
          <p:spPr>
            <a:xfrm>
              <a:off x="5956300" y="1157861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4" name="椭圆 723">
              <a:extLst>
                <a:ext uri="{FF2B5EF4-FFF2-40B4-BE49-F238E27FC236}">
                  <a16:creationId xmlns:a16="http://schemas.microsoft.com/office/drawing/2014/main" id="{DBB8D51F-5474-257A-0779-EA95C0A66694}"/>
                </a:ext>
              </a:extLst>
            </p:cNvPr>
            <p:cNvSpPr/>
            <p:nvPr/>
          </p:nvSpPr>
          <p:spPr>
            <a:xfrm>
              <a:off x="5549900" y="1334932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5" name="椭圆 724">
              <a:extLst>
                <a:ext uri="{FF2B5EF4-FFF2-40B4-BE49-F238E27FC236}">
                  <a16:creationId xmlns:a16="http://schemas.microsoft.com/office/drawing/2014/main" id="{84E5818C-8311-8C17-372A-AAEC631094AC}"/>
                </a:ext>
              </a:extLst>
            </p:cNvPr>
            <p:cNvSpPr/>
            <p:nvPr/>
          </p:nvSpPr>
          <p:spPr>
            <a:xfrm>
              <a:off x="5753100" y="1334932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6" name="椭圆 725">
              <a:extLst>
                <a:ext uri="{FF2B5EF4-FFF2-40B4-BE49-F238E27FC236}">
                  <a16:creationId xmlns:a16="http://schemas.microsoft.com/office/drawing/2014/main" id="{6A68F6CA-85DF-02E1-B33F-0B5A7EDD136C}"/>
                </a:ext>
              </a:extLst>
            </p:cNvPr>
            <p:cNvSpPr/>
            <p:nvPr/>
          </p:nvSpPr>
          <p:spPr>
            <a:xfrm>
              <a:off x="5956300" y="1334932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7" name="椭圆 726">
              <a:extLst>
                <a:ext uri="{FF2B5EF4-FFF2-40B4-BE49-F238E27FC236}">
                  <a16:creationId xmlns:a16="http://schemas.microsoft.com/office/drawing/2014/main" id="{54CE88D8-F1B7-E813-EB14-C1D83298A7D5}"/>
                </a:ext>
              </a:extLst>
            </p:cNvPr>
            <p:cNvSpPr/>
            <p:nvPr/>
          </p:nvSpPr>
          <p:spPr>
            <a:xfrm>
              <a:off x="6156325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8" name="椭圆 727">
              <a:extLst>
                <a:ext uri="{FF2B5EF4-FFF2-40B4-BE49-F238E27FC236}">
                  <a16:creationId xmlns:a16="http://schemas.microsoft.com/office/drawing/2014/main" id="{1E0BA4E7-AFFE-45F2-601A-4B2D063C29CC}"/>
                </a:ext>
              </a:extLst>
            </p:cNvPr>
            <p:cNvSpPr/>
            <p:nvPr/>
          </p:nvSpPr>
          <p:spPr>
            <a:xfrm>
              <a:off x="6359525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9" name="椭圆 728">
              <a:extLst>
                <a:ext uri="{FF2B5EF4-FFF2-40B4-BE49-F238E27FC236}">
                  <a16:creationId xmlns:a16="http://schemas.microsoft.com/office/drawing/2014/main" id="{31A910E9-590C-D5EA-4807-BFDC328E88FF}"/>
                </a:ext>
              </a:extLst>
            </p:cNvPr>
            <p:cNvSpPr/>
            <p:nvPr/>
          </p:nvSpPr>
          <p:spPr>
            <a:xfrm>
              <a:off x="6562725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0" name="椭圆 729">
              <a:extLst>
                <a:ext uri="{FF2B5EF4-FFF2-40B4-BE49-F238E27FC236}">
                  <a16:creationId xmlns:a16="http://schemas.microsoft.com/office/drawing/2014/main" id="{69A6006B-33E5-1E01-FF56-578759074905}"/>
                </a:ext>
              </a:extLst>
            </p:cNvPr>
            <p:cNvSpPr/>
            <p:nvPr/>
          </p:nvSpPr>
          <p:spPr>
            <a:xfrm>
              <a:off x="6156325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1" name="椭圆 730">
              <a:extLst>
                <a:ext uri="{FF2B5EF4-FFF2-40B4-BE49-F238E27FC236}">
                  <a16:creationId xmlns:a16="http://schemas.microsoft.com/office/drawing/2014/main" id="{72AA4FD1-8954-AA04-66AA-32499C1A4A8A}"/>
                </a:ext>
              </a:extLst>
            </p:cNvPr>
            <p:cNvSpPr/>
            <p:nvPr/>
          </p:nvSpPr>
          <p:spPr>
            <a:xfrm>
              <a:off x="6359525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2" name="椭圆 731">
              <a:extLst>
                <a:ext uri="{FF2B5EF4-FFF2-40B4-BE49-F238E27FC236}">
                  <a16:creationId xmlns:a16="http://schemas.microsoft.com/office/drawing/2014/main" id="{4F2A713F-2FBF-91B0-8081-CFD3D0BAF12B}"/>
                </a:ext>
              </a:extLst>
            </p:cNvPr>
            <p:cNvSpPr/>
            <p:nvPr/>
          </p:nvSpPr>
          <p:spPr>
            <a:xfrm>
              <a:off x="6562725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3" name="椭圆 732">
              <a:extLst>
                <a:ext uri="{FF2B5EF4-FFF2-40B4-BE49-F238E27FC236}">
                  <a16:creationId xmlns:a16="http://schemas.microsoft.com/office/drawing/2014/main" id="{AE03BF58-BED8-B4E7-BC88-B36E2F96F1B6}"/>
                </a:ext>
              </a:extLst>
            </p:cNvPr>
            <p:cNvSpPr/>
            <p:nvPr/>
          </p:nvSpPr>
          <p:spPr>
            <a:xfrm>
              <a:off x="6156325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4" name="椭圆 733">
              <a:extLst>
                <a:ext uri="{FF2B5EF4-FFF2-40B4-BE49-F238E27FC236}">
                  <a16:creationId xmlns:a16="http://schemas.microsoft.com/office/drawing/2014/main" id="{B488AA37-1DC0-EA48-7AB1-760D305F65B4}"/>
                </a:ext>
              </a:extLst>
            </p:cNvPr>
            <p:cNvSpPr/>
            <p:nvPr/>
          </p:nvSpPr>
          <p:spPr>
            <a:xfrm>
              <a:off x="6359525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5" name="椭圆 734">
              <a:extLst>
                <a:ext uri="{FF2B5EF4-FFF2-40B4-BE49-F238E27FC236}">
                  <a16:creationId xmlns:a16="http://schemas.microsoft.com/office/drawing/2014/main" id="{1829E80E-53ED-D91A-8E8B-A9720742E7CA}"/>
                </a:ext>
              </a:extLst>
            </p:cNvPr>
            <p:cNvSpPr/>
            <p:nvPr/>
          </p:nvSpPr>
          <p:spPr>
            <a:xfrm>
              <a:off x="6562725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36" name="组合 735">
            <a:extLst>
              <a:ext uri="{FF2B5EF4-FFF2-40B4-BE49-F238E27FC236}">
                <a16:creationId xmlns:a16="http://schemas.microsoft.com/office/drawing/2014/main" id="{D1D2FC40-19E0-7F9A-325B-6E314DE207B2}"/>
              </a:ext>
            </a:extLst>
          </p:cNvPr>
          <p:cNvGrpSpPr/>
          <p:nvPr/>
        </p:nvGrpSpPr>
        <p:grpSpPr>
          <a:xfrm>
            <a:off x="6882116" y="4444428"/>
            <a:ext cx="422658" cy="88750"/>
            <a:chOff x="4368800" y="946150"/>
            <a:chExt cx="2397125" cy="591982"/>
          </a:xfrm>
        </p:grpSpPr>
        <p:sp>
          <p:nvSpPr>
            <p:cNvPr id="737" name="椭圆 736">
              <a:extLst>
                <a:ext uri="{FF2B5EF4-FFF2-40B4-BE49-F238E27FC236}">
                  <a16:creationId xmlns:a16="http://schemas.microsoft.com/office/drawing/2014/main" id="{9261307E-2269-3627-293C-C317D4CA714D}"/>
                </a:ext>
              </a:extLst>
            </p:cNvPr>
            <p:cNvSpPr/>
            <p:nvPr/>
          </p:nvSpPr>
          <p:spPr>
            <a:xfrm>
              <a:off x="43688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8" name="椭圆 737">
              <a:extLst>
                <a:ext uri="{FF2B5EF4-FFF2-40B4-BE49-F238E27FC236}">
                  <a16:creationId xmlns:a16="http://schemas.microsoft.com/office/drawing/2014/main" id="{07673F0B-D7A6-CE71-25FC-D3CCEE076615}"/>
                </a:ext>
              </a:extLst>
            </p:cNvPr>
            <p:cNvSpPr/>
            <p:nvPr/>
          </p:nvSpPr>
          <p:spPr>
            <a:xfrm>
              <a:off x="45720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9" name="椭圆 738">
              <a:extLst>
                <a:ext uri="{FF2B5EF4-FFF2-40B4-BE49-F238E27FC236}">
                  <a16:creationId xmlns:a16="http://schemas.microsoft.com/office/drawing/2014/main" id="{96B785C2-6373-FA9D-4815-882689FC11A1}"/>
                </a:ext>
              </a:extLst>
            </p:cNvPr>
            <p:cNvSpPr/>
            <p:nvPr/>
          </p:nvSpPr>
          <p:spPr>
            <a:xfrm>
              <a:off x="47752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0" name="椭圆 739">
              <a:extLst>
                <a:ext uri="{FF2B5EF4-FFF2-40B4-BE49-F238E27FC236}">
                  <a16:creationId xmlns:a16="http://schemas.microsoft.com/office/drawing/2014/main" id="{48CE6142-E6FC-CB9A-2A29-BCB410E41301}"/>
                </a:ext>
              </a:extLst>
            </p:cNvPr>
            <p:cNvSpPr/>
            <p:nvPr/>
          </p:nvSpPr>
          <p:spPr>
            <a:xfrm>
              <a:off x="43688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1" name="椭圆 740">
              <a:extLst>
                <a:ext uri="{FF2B5EF4-FFF2-40B4-BE49-F238E27FC236}">
                  <a16:creationId xmlns:a16="http://schemas.microsoft.com/office/drawing/2014/main" id="{53E6A7D7-ED2F-0816-57AA-0B88F281C15F}"/>
                </a:ext>
              </a:extLst>
            </p:cNvPr>
            <p:cNvSpPr/>
            <p:nvPr/>
          </p:nvSpPr>
          <p:spPr>
            <a:xfrm>
              <a:off x="45720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2" name="椭圆 741">
              <a:extLst>
                <a:ext uri="{FF2B5EF4-FFF2-40B4-BE49-F238E27FC236}">
                  <a16:creationId xmlns:a16="http://schemas.microsoft.com/office/drawing/2014/main" id="{1DE8B80D-4C80-0B0E-D3C0-84550C5A475C}"/>
                </a:ext>
              </a:extLst>
            </p:cNvPr>
            <p:cNvSpPr/>
            <p:nvPr/>
          </p:nvSpPr>
          <p:spPr>
            <a:xfrm>
              <a:off x="47752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3" name="椭圆 742">
              <a:extLst>
                <a:ext uri="{FF2B5EF4-FFF2-40B4-BE49-F238E27FC236}">
                  <a16:creationId xmlns:a16="http://schemas.microsoft.com/office/drawing/2014/main" id="{F9445673-8BA8-A713-314F-FFF0340F220F}"/>
                </a:ext>
              </a:extLst>
            </p:cNvPr>
            <p:cNvSpPr/>
            <p:nvPr/>
          </p:nvSpPr>
          <p:spPr>
            <a:xfrm>
              <a:off x="43688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4" name="椭圆 743">
              <a:extLst>
                <a:ext uri="{FF2B5EF4-FFF2-40B4-BE49-F238E27FC236}">
                  <a16:creationId xmlns:a16="http://schemas.microsoft.com/office/drawing/2014/main" id="{CAAA12B0-F664-AD4B-16CD-269567EBFE70}"/>
                </a:ext>
              </a:extLst>
            </p:cNvPr>
            <p:cNvSpPr/>
            <p:nvPr/>
          </p:nvSpPr>
          <p:spPr>
            <a:xfrm>
              <a:off x="45720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5" name="椭圆 744">
              <a:extLst>
                <a:ext uri="{FF2B5EF4-FFF2-40B4-BE49-F238E27FC236}">
                  <a16:creationId xmlns:a16="http://schemas.microsoft.com/office/drawing/2014/main" id="{CCA25165-25C5-E528-D4F6-A802A6432EE0}"/>
                </a:ext>
              </a:extLst>
            </p:cNvPr>
            <p:cNvSpPr/>
            <p:nvPr/>
          </p:nvSpPr>
          <p:spPr>
            <a:xfrm>
              <a:off x="47752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6" name="椭圆 745">
              <a:extLst>
                <a:ext uri="{FF2B5EF4-FFF2-40B4-BE49-F238E27FC236}">
                  <a16:creationId xmlns:a16="http://schemas.microsoft.com/office/drawing/2014/main" id="{645B4E81-C3C0-1A98-4DA5-FD1A7D81281D}"/>
                </a:ext>
              </a:extLst>
            </p:cNvPr>
            <p:cNvSpPr/>
            <p:nvPr/>
          </p:nvSpPr>
          <p:spPr>
            <a:xfrm>
              <a:off x="49403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7" name="椭圆 746">
              <a:extLst>
                <a:ext uri="{FF2B5EF4-FFF2-40B4-BE49-F238E27FC236}">
                  <a16:creationId xmlns:a16="http://schemas.microsoft.com/office/drawing/2014/main" id="{93A002E9-F326-BD88-C9CD-D1B2373BC6F5}"/>
                </a:ext>
              </a:extLst>
            </p:cNvPr>
            <p:cNvSpPr/>
            <p:nvPr/>
          </p:nvSpPr>
          <p:spPr>
            <a:xfrm>
              <a:off x="51435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8" name="椭圆 747">
              <a:extLst>
                <a:ext uri="{FF2B5EF4-FFF2-40B4-BE49-F238E27FC236}">
                  <a16:creationId xmlns:a16="http://schemas.microsoft.com/office/drawing/2014/main" id="{352CBE54-7E88-389F-1643-F44B49137401}"/>
                </a:ext>
              </a:extLst>
            </p:cNvPr>
            <p:cNvSpPr/>
            <p:nvPr/>
          </p:nvSpPr>
          <p:spPr>
            <a:xfrm>
              <a:off x="5346700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9" name="椭圆 748">
              <a:extLst>
                <a:ext uri="{FF2B5EF4-FFF2-40B4-BE49-F238E27FC236}">
                  <a16:creationId xmlns:a16="http://schemas.microsoft.com/office/drawing/2014/main" id="{EA2261D4-A9AC-9017-2436-444173FB69CE}"/>
                </a:ext>
              </a:extLst>
            </p:cNvPr>
            <p:cNvSpPr/>
            <p:nvPr/>
          </p:nvSpPr>
          <p:spPr>
            <a:xfrm>
              <a:off x="49403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0" name="椭圆 749">
              <a:extLst>
                <a:ext uri="{FF2B5EF4-FFF2-40B4-BE49-F238E27FC236}">
                  <a16:creationId xmlns:a16="http://schemas.microsoft.com/office/drawing/2014/main" id="{1D4A6B1C-851F-748C-8FE0-587E6E168801}"/>
                </a:ext>
              </a:extLst>
            </p:cNvPr>
            <p:cNvSpPr/>
            <p:nvPr/>
          </p:nvSpPr>
          <p:spPr>
            <a:xfrm>
              <a:off x="51435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1" name="椭圆 750">
              <a:extLst>
                <a:ext uri="{FF2B5EF4-FFF2-40B4-BE49-F238E27FC236}">
                  <a16:creationId xmlns:a16="http://schemas.microsoft.com/office/drawing/2014/main" id="{B77E67FB-2CB6-4EA3-5F78-D0AED9EFD48C}"/>
                </a:ext>
              </a:extLst>
            </p:cNvPr>
            <p:cNvSpPr/>
            <p:nvPr/>
          </p:nvSpPr>
          <p:spPr>
            <a:xfrm>
              <a:off x="5346700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2" name="椭圆 751">
              <a:extLst>
                <a:ext uri="{FF2B5EF4-FFF2-40B4-BE49-F238E27FC236}">
                  <a16:creationId xmlns:a16="http://schemas.microsoft.com/office/drawing/2014/main" id="{117B7C15-B44B-5FC7-46A4-ECCC745F6560}"/>
                </a:ext>
              </a:extLst>
            </p:cNvPr>
            <p:cNvSpPr/>
            <p:nvPr/>
          </p:nvSpPr>
          <p:spPr>
            <a:xfrm>
              <a:off x="49403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3" name="椭圆 752">
              <a:extLst>
                <a:ext uri="{FF2B5EF4-FFF2-40B4-BE49-F238E27FC236}">
                  <a16:creationId xmlns:a16="http://schemas.microsoft.com/office/drawing/2014/main" id="{8B453D9A-644D-9110-13B5-5260ED9A2ED0}"/>
                </a:ext>
              </a:extLst>
            </p:cNvPr>
            <p:cNvSpPr/>
            <p:nvPr/>
          </p:nvSpPr>
          <p:spPr>
            <a:xfrm>
              <a:off x="51435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4" name="椭圆 753">
              <a:extLst>
                <a:ext uri="{FF2B5EF4-FFF2-40B4-BE49-F238E27FC236}">
                  <a16:creationId xmlns:a16="http://schemas.microsoft.com/office/drawing/2014/main" id="{3B260FFD-B2A8-B528-D72D-F85ED1054EC4}"/>
                </a:ext>
              </a:extLst>
            </p:cNvPr>
            <p:cNvSpPr/>
            <p:nvPr/>
          </p:nvSpPr>
          <p:spPr>
            <a:xfrm>
              <a:off x="5346700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5" name="椭圆 754">
              <a:extLst>
                <a:ext uri="{FF2B5EF4-FFF2-40B4-BE49-F238E27FC236}">
                  <a16:creationId xmlns:a16="http://schemas.microsoft.com/office/drawing/2014/main" id="{A914804E-C8AC-D5EF-3C80-EA54BF4A2BBA}"/>
                </a:ext>
              </a:extLst>
            </p:cNvPr>
            <p:cNvSpPr/>
            <p:nvPr/>
          </p:nvSpPr>
          <p:spPr>
            <a:xfrm>
              <a:off x="5549900" y="95969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6" name="椭圆 755">
              <a:extLst>
                <a:ext uri="{FF2B5EF4-FFF2-40B4-BE49-F238E27FC236}">
                  <a16:creationId xmlns:a16="http://schemas.microsoft.com/office/drawing/2014/main" id="{6B5F7579-7B26-CC2C-6166-ACF2C92D3C9E}"/>
                </a:ext>
              </a:extLst>
            </p:cNvPr>
            <p:cNvSpPr/>
            <p:nvPr/>
          </p:nvSpPr>
          <p:spPr>
            <a:xfrm>
              <a:off x="5753100" y="95969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7" name="椭圆 756">
              <a:extLst>
                <a:ext uri="{FF2B5EF4-FFF2-40B4-BE49-F238E27FC236}">
                  <a16:creationId xmlns:a16="http://schemas.microsoft.com/office/drawing/2014/main" id="{8676FC94-FD09-5107-1746-B770A64CA671}"/>
                </a:ext>
              </a:extLst>
            </p:cNvPr>
            <p:cNvSpPr/>
            <p:nvPr/>
          </p:nvSpPr>
          <p:spPr>
            <a:xfrm>
              <a:off x="5956300" y="95969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8" name="椭圆 757">
              <a:extLst>
                <a:ext uri="{FF2B5EF4-FFF2-40B4-BE49-F238E27FC236}">
                  <a16:creationId xmlns:a16="http://schemas.microsoft.com/office/drawing/2014/main" id="{FC89147C-000B-A533-EF00-01BDF08D491D}"/>
                </a:ext>
              </a:extLst>
            </p:cNvPr>
            <p:cNvSpPr/>
            <p:nvPr/>
          </p:nvSpPr>
          <p:spPr>
            <a:xfrm>
              <a:off x="5549900" y="1157861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9" name="椭圆 758">
              <a:extLst>
                <a:ext uri="{FF2B5EF4-FFF2-40B4-BE49-F238E27FC236}">
                  <a16:creationId xmlns:a16="http://schemas.microsoft.com/office/drawing/2014/main" id="{97545B06-8AD4-6564-A321-0386E7825599}"/>
                </a:ext>
              </a:extLst>
            </p:cNvPr>
            <p:cNvSpPr/>
            <p:nvPr/>
          </p:nvSpPr>
          <p:spPr>
            <a:xfrm>
              <a:off x="5753100" y="1157861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0" name="椭圆 759">
              <a:extLst>
                <a:ext uri="{FF2B5EF4-FFF2-40B4-BE49-F238E27FC236}">
                  <a16:creationId xmlns:a16="http://schemas.microsoft.com/office/drawing/2014/main" id="{9A16ACA8-9E05-7240-2033-C00C18DFDCA0}"/>
                </a:ext>
              </a:extLst>
            </p:cNvPr>
            <p:cNvSpPr/>
            <p:nvPr/>
          </p:nvSpPr>
          <p:spPr>
            <a:xfrm>
              <a:off x="5956300" y="1157861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1" name="椭圆 760">
              <a:extLst>
                <a:ext uri="{FF2B5EF4-FFF2-40B4-BE49-F238E27FC236}">
                  <a16:creationId xmlns:a16="http://schemas.microsoft.com/office/drawing/2014/main" id="{05D22389-064C-C93C-CBC3-2F41FDACD34B}"/>
                </a:ext>
              </a:extLst>
            </p:cNvPr>
            <p:cNvSpPr/>
            <p:nvPr/>
          </p:nvSpPr>
          <p:spPr>
            <a:xfrm>
              <a:off x="5549900" y="1334932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2" name="椭圆 761">
              <a:extLst>
                <a:ext uri="{FF2B5EF4-FFF2-40B4-BE49-F238E27FC236}">
                  <a16:creationId xmlns:a16="http://schemas.microsoft.com/office/drawing/2014/main" id="{12B25FD1-FC91-7DDA-9332-475ED465A142}"/>
                </a:ext>
              </a:extLst>
            </p:cNvPr>
            <p:cNvSpPr/>
            <p:nvPr/>
          </p:nvSpPr>
          <p:spPr>
            <a:xfrm>
              <a:off x="5753100" y="1334932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3" name="椭圆 762">
              <a:extLst>
                <a:ext uri="{FF2B5EF4-FFF2-40B4-BE49-F238E27FC236}">
                  <a16:creationId xmlns:a16="http://schemas.microsoft.com/office/drawing/2014/main" id="{EAA9FE87-9302-4A3D-7324-6DD9C169FC80}"/>
                </a:ext>
              </a:extLst>
            </p:cNvPr>
            <p:cNvSpPr/>
            <p:nvPr/>
          </p:nvSpPr>
          <p:spPr>
            <a:xfrm>
              <a:off x="5956300" y="1334932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4" name="椭圆 763">
              <a:extLst>
                <a:ext uri="{FF2B5EF4-FFF2-40B4-BE49-F238E27FC236}">
                  <a16:creationId xmlns:a16="http://schemas.microsoft.com/office/drawing/2014/main" id="{B9F0F011-917E-0DC3-E813-0A7860BA1027}"/>
                </a:ext>
              </a:extLst>
            </p:cNvPr>
            <p:cNvSpPr/>
            <p:nvPr/>
          </p:nvSpPr>
          <p:spPr>
            <a:xfrm>
              <a:off x="6156325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5" name="椭圆 764">
              <a:extLst>
                <a:ext uri="{FF2B5EF4-FFF2-40B4-BE49-F238E27FC236}">
                  <a16:creationId xmlns:a16="http://schemas.microsoft.com/office/drawing/2014/main" id="{65827D0A-14CE-255D-6F1F-56208820ECC7}"/>
                </a:ext>
              </a:extLst>
            </p:cNvPr>
            <p:cNvSpPr/>
            <p:nvPr/>
          </p:nvSpPr>
          <p:spPr>
            <a:xfrm>
              <a:off x="6359525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6" name="椭圆 765">
              <a:extLst>
                <a:ext uri="{FF2B5EF4-FFF2-40B4-BE49-F238E27FC236}">
                  <a16:creationId xmlns:a16="http://schemas.microsoft.com/office/drawing/2014/main" id="{2E4392CE-14E1-4871-7A82-5576849E054D}"/>
                </a:ext>
              </a:extLst>
            </p:cNvPr>
            <p:cNvSpPr/>
            <p:nvPr/>
          </p:nvSpPr>
          <p:spPr>
            <a:xfrm>
              <a:off x="6562725" y="946150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7" name="椭圆 766">
              <a:extLst>
                <a:ext uri="{FF2B5EF4-FFF2-40B4-BE49-F238E27FC236}">
                  <a16:creationId xmlns:a16="http://schemas.microsoft.com/office/drawing/2014/main" id="{10DF8C97-2F3D-2965-0079-BE83B36AE881}"/>
                </a:ext>
              </a:extLst>
            </p:cNvPr>
            <p:cNvSpPr/>
            <p:nvPr/>
          </p:nvSpPr>
          <p:spPr>
            <a:xfrm>
              <a:off x="6156325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8" name="椭圆 767">
              <a:extLst>
                <a:ext uri="{FF2B5EF4-FFF2-40B4-BE49-F238E27FC236}">
                  <a16:creationId xmlns:a16="http://schemas.microsoft.com/office/drawing/2014/main" id="{FB6E1E7B-8D81-C479-41A8-3FF94AEB9C04}"/>
                </a:ext>
              </a:extLst>
            </p:cNvPr>
            <p:cNvSpPr/>
            <p:nvPr/>
          </p:nvSpPr>
          <p:spPr>
            <a:xfrm>
              <a:off x="6359525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9" name="椭圆 768">
              <a:extLst>
                <a:ext uri="{FF2B5EF4-FFF2-40B4-BE49-F238E27FC236}">
                  <a16:creationId xmlns:a16="http://schemas.microsoft.com/office/drawing/2014/main" id="{48D1DB98-08F6-807E-51F8-F2F75D0C538C}"/>
                </a:ext>
              </a:extLst>
            </p:cNvPr>
            <p:cNvSpPr/>
            <p:nvPr/>
          </p:nvSpPr>
          <p:spPr>
            <a:xfrm>
              <a:off x="6562725" y="1144315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0" name="椭圆 769">
              <a:extLst>
                <a:ext uri="{FF2B5EF4-FFF2-40B4-BE49-F238E27FC236}">
                  <a16:creationId xmlns:a16="http://schemas.microsoft.com/office/drawing/2014/main" id="{E5DDD5CA-D5F6-154C-C51E-717D53D28773}"/>
                </a:ext>
              </a:extLst>
            </p:cNvPr>
            <p:cNvSpPr/>
            <p:nvPr/>
          </p:nvSpPr>
          <p:spPr>
            <a:xfrm>
              <a:off x="6156325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1" name="椭圆 770">
              <a:extLst>
                <a:ext uri="{FF2B5EF4-FFF2-40B4-BE49-F238E27FC236}">
                  <a16:creationId xmlns:a16="http://schemas.microsoft.com/office/drawing/2014/main" id="{3EAF9B49-9499-E983-09A2-AFE80D0FC9EA}"/>
                </a:ext>
              </a:extLst>
            </p:cNvPr>
            <p:cNvSpPr/>
            <p:nvPr/>
          </p:nvSpPr>
          <p:spPr>
            <a:xfrm>
              <a:off x="6359525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2" name="椭圆 771">
              <a:extLst>
                <a:ext uri="{FF2B5EF4-FFF2-40B4-BE49-F238E27FC236}">
                  <a16:creationId xmlns:a16="http://schemas.microsoft.com/office/drawing/2014/main" id="{6C166A7A-0AEB-AAE4-183D-9CB29CBCA80A}"/>
                </a:ext>
              </a:extLst>
            </p:cNvPr>
            <p:cNvSpPr/>
            <p:nvPr/>
          </p:nvSpPr>
          <p:spPr>
            <a:xfrm>
              <a:off x="6562725" y="1321386"/>
              <a:ext cx="203200" cy="2032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774" name="直接箭头连接符 773">
            <a:extLst>
              <a:ext uri="{FF2B5EF4-FFF2-40B4-BE49-F238E27FC236}">
                <a16:creationId xmlns:a16="http://schemas.microsoft.com/office/drawing/2014/main" id="{4457B0ED-CA1B-551A-C648-DFE06958D18D}"/>
              </a:ext>
            </a:extLst>
          </p:cNvPr>
          <p:cNvCxnSpPr/>
          <p:nvPr/>
        </p:nvCxnSpPr>
        <p:spPr>
          <a:xfrm>
            <a:off x="4565650" y="2628900"/>
            <a:ext cx="393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5" name="文本框 774">
            <a:extLst>
              <a:ext uri="{FF2B5EF4-FFF2-40B4-BE49-F238E27FC236}">
                <a16:creationId xmlns:a16="http://schemas.microsoft.com/office/drawing/2014/main" id="{72C805BB-C173-98F9-B571-BE65CCE297BD}"/>
              </a:ext>
            </a:extLst>
          </p:cNvPr>
          <p:cNvSpPr txBox="1"/>
          <p:nvPr/>
        </p:nvSpPr>
        <p:spPr>
          <a:xfrm>
            <a:off x="4505380" y="2321123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UG</a:t>
            </a:r>
            <a:endParaRPr lang="zh-CN" alt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6" name="文本框 775">
            <a:extLst>
              <a:ext uri="{FF2B5EF4-FFF2-40B4-BE49-F238E27FC236}">
                <a16:creationId xmlns:a16="http://schemas.microsoft.com/office/drawing/2014/main" id="{F2F89069-FDE0-57CD-EAA0-9108C9FFA7BA}"/>
              </a:ext>
            </a:extLst>
          </p:cNvPr>
          <p:cNvSpPr txBox="1"/>
          <p:nvPr/>
        </p:nvSpPr>
        <p:spPr>
          <a:xfrm>
            <a:off x="4959350" y="2498096"/>
            <a:ext cx="48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i="1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US" altLang="zh-CN" sz="1400" i="1" baseline="-2500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endParaRPr lang="zh-CN" altLang="en-US" sz="1400" b="1" i="1" baseline="-25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77" name="弧形 776">
            <a:extLst>
              <a:ext uri="{FF2B5EF4-FFF2-40B4-BE49-F238E27FC236}">
                <a16:creationId xmlns:a16="http://schemas.microsoft.com/office/drawing/2014/main" id="{F9987FF0-836A-1119-FE4C-02B5A9217ABE}"/>
              </a:ext>
            </a:extLst>
          </p:cNvPr>
          <p:cNvSpPr/>
          <p:nvPr/>
        </p:nvSpPr>
        <p:spPr>
          <a:xfrm>
            <a:off x="5946720" y="1686402"/>
            <a:ext cx="1025580" cy="855317"/>
          </a:xfrm>
          <a:prstGeom prst="arc">
            <a:avLst>
              <a:gd name="adj1" fmla="val 21297098"/>
              <a:gd name="adj2" fmla="val 11471834"/>
            </a:avLst>
          </a:prstGeom>
          <a:ln w="38100"/>
          <a:scene3d>
            <a:camera prst="orthographicFront">
              <a:rot lat="3600000" lon="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79" name="直接箭头连接符 778">
            <a:extLst>
              <a:ext uri="{FF2B5EF4-FFF2-40B4-BE49-F238E27FC236}">
                <a16:creationId xmlns:a16="http://schemas.microsoft.com/office/drawing/2014/main" id="{8771918F-E5D6-810C-C67F-101398D34807}"/>
              </a:ext>
            </a:extLst>
          </p:cNvPr>
          <p:cNvCxnSpPr>
            <a:cxnSpLocks/>
          </p:cNvCxnSpPr>
          <p:nvPr/>
        </p:nvCxnSpPr>
        <p:spPr>
          <a:xfrm flipV="1">
            <a:off x="5946720" y="2114060"/>
            <a:ext cx="54030" cy="51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1" name="文本框 780">
            <a:extLst>
              <a:ext uri="{FF2B5EF4-FFF2-40B4-BE49-F238E27FC236}">
                <a16:creationId xmlns:a16="http://schemas.microsoft.com/office/drawing/2014/main" id="{F0A537CA-53C2-64B4-53AF-895825511403}"/>
              </a:ext>
            </a:extLst>
          </p:cNvPr>
          <p:cNvSpPr txBox="1"/>
          <p:nvPr/>
        </p:nvSpPr>
        <p:spPr>
          <a:xfrm>
            <a:off x="5683250" y="2021724"/>
            <a:ext cx="482600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baseline="-25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endParaRPr lang="zh-CN" altLang="en-US" sz="2000" b="1" i="1" baseline="-25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82" name="文本框 781">
            <a:extLst>
              <a:ext uri="{FF2B5EF4-FFF2-40B4-BE49-F238E27FC236}">
                <a16:creationId xmlns:a16="http://schemas.microsoft.com/office/drawing/2014/main" id="{C04C15CE-69B2-0358-D7EF-8EA949D97A1C}"/>
              </a:ext>
            </a:extLst>
          </p:cNvPr>
          <p:cNvSpPr txBox="1"/>
          <p:nvPr/>
        </p:nvSpPr>
        <p:spPr>
          <a:xfrm>
            <a:off x="7235770" y="2124444"/>
            <a:ext cx="48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i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altLang="zh-CN" sz="1400" b="1" i="1" baseline="-25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endParaRPr lang="zh-CN" altLang="en-US" sz="1400" b="1" i="1" baseline="-25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789" name="组合 788">
            <a:extLst>
              <a:ext uri="{FF2B5EF4-FFF2-40B4-BE49-F238E27FC236}">
                <a16:creationId xmlns:a16="http://schemas.microsoft.com/office/drawing/2014/main" id="{D01675C4-5738-B492-18F4-32E9807AEFF1}"/>
              </a:ext>
            </a:extLst>
          </p:cNvPr>
          <p:cNvGrpSpPr/>
          <p:nvPr/>
        </p:nvGrpSpPr>
        <p:grpSpPr>
          <a:xfrm>
            <a:off x="7477070" y="2340297"/>
            <a:ext cx="85780" cy="493938"/>
            <a:chOff x="8775700" y="1847189"/>
            <a:chExt cx="101600" cy="585032"/>
          </a:xfrm>
        </p:grpSpPr>
        <p:cxnSp>
          <p:nvCxnSpPr>
            <p:cNvPr id="784" name="直接箭头连接符 783">
              <a:extLst>
                <a:ext uri="{FF2B5EF4-FFF2-40B4-BE49-F238E27FC236}">
                  <a16:creationId xmlns:a16="http://schemas.microsoft.com/office/drawing/2014/main" id="{9794D052-FEF1-5388-E6E8-5E8C2D9A28CB}"/>
                </a:ext>
              </a:extLst>
            </p:cNvPr>
            <p:cNvCxnSpPr/>
            <p:nvPr/>
          </p:nvCxnSpPr>
          <p:spPr>
            <a:xfrm>
              <a:off x="8775700" y="2114060"/>
              <a:ext cx="0" cy="318161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直接箭头连接符 784">
              <a:extLst>
                <a:ext uri="{FF2B5EF4-FFF2-40B4-BE49-F238E27FC236}">
                  <a16:creationId xmlns:a16="http://schemas.microsoft.com/office/drawing/2014/main" id="{5B68FF12-CE69-5E54-AA30-1E99EDE86B8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8877300" y="1847189"/>
              <a:ext cx="0" cy="318161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7" name="直接连接符 786">
              <a:extLst>
                <a:ext uri="{FF2B5EF4-FFF2-40B4-BE49-F238E27FC236}">
                  <a16:creationId xmlns:a16="http://schemas.microsoft.com/office/drawing/2014/main" id="{6223A95B-BB86-A4D4-6EDA-4EFE35D655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75700" y="2139705"/>
              <a:ext cx="1016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6B8C981-088E-D8EC-4251-52DBFCA24B23}"/>
              </a:ext>
            </a:extLst>
          </p:cNvPr>
          <p:cNvGrpSpPr/>
          <p:nvPr/>
        </p:nvGrpSpPr>
        <p:grpSpPr>
          <a:xfrm>
            <a:off x="3960340" y="3212532"/>
            <a:ext cx="3758029" cy="620926"/>
            <a:chOff x="7531443" y="1037968"/>
            <a:chExt cx="3113903" cy="620926"/>
          </a:xfrm>
        </p:grpSpPr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00D61BC1-007D-4D26-3CF9-189C6E2D89D3}"/>
                </a:ext>
              </a:extLst>
            </p:cNvPr>
            <p:cNvCxnSpPr/>
            <p:nvPr/>
          </p:nvCxnSpPr>
          <p:spPr>
            <a:xfrm>
              <a:off x="7655011" y="1451919"/>
              <a:ext cx="2990335" cy="0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F37CB03B-6692-FF24-F5C8-FE06F86C09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45346" y="1037968"/>
              <a:ext cx="0" cy="413951"/>
            </a:xfrm>
            <a:prstGeom prst="straightConnector1">
              <a:avLst/>
            </a:prstGeom>
            <a:ln w="1270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F6471343-72FA-9A75-8AEC-173750D0D3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55011" y="1037968"/>
              <a:ext cx="2990335" cy="0"/>
            </a:xfrm>
            <a:prstGeom prst="straightConnector1">
              <a:avLst/>
            </a:prstGeom>
            <a:ln w="1270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9A92B147-5308-768C-BE5C-8D2E8A198204}"/>
                </a:ext>
              </a:extLst>
            </p:cNvPr>
            <p:cNvCxnSpPr>
              <a:cxnSpLocks/>
            </p:cNvCxnSpPr>
            <p:nvPr/>
          </p:nvCxnSpPr>
          <p:spPr>
            <a:xfrm>
              <a:off x="7630297" y="1037968"/>
              <a:ext cx="0" cy="595550"/>
            </a:xfrm>
            <a:prstGeom prst="straightConnector1">
              <a:avLst/>
            </a:prstGeom>
            <a:ln w="1270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A8C0EE01-1458-688E-76F7-19A5F99158A7}"/>
                </a:ext>
              </a:extLst>
            </p:cNvPr>
            <p:cNvCxnSpPr/>
            <p:nvPr/>
          </p:nvCxnSpPr>
          <p:spPr>
            <a:xfrm>
              <a:off x="7655011" y="1639696"/>
              <a:ext cx="2990335" cy="0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BB183576-BF54-987D-6BF3-E0EE9B6516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2989" y="1244943"/>
              <a:ext cx="0" cy="413951"/>
            </a:xfrm>
            <a:prstGeom prst="straightConnector1">
              <a:avLst/>
            </a:prstGeom>
            <a:ln w="1270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41EB0116-9651-FB0F-3C8B-05BE6913DB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1443" y="1282014"/>
              <a:ext cx="3089189" cy="0"/>
            </a:xfrm>
            <a:prstGeom prst="straightConnector1">
              <a:avLst/>
            </a:prstGeom>
            <a:ln w="1270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84A0AFC-F721-ECE4-CD76-F1048AB0D4A6}"/>
              </a:ext>
            </a:extLst>
          </p:cNvPr>
          <p:cNvGrpSpPr/>
          <p:nvPr/>
        </p:nvGrpSpPr>
        <p:grpSpPr>
          <a:xfrm>
            <a:off x="3898555" y="3614352"/>
            <a:ext cx="160640" cy="216243"/>
            <a:chOff x="8841259" y="3546389"/>
            <a:chExt cx="481914" cy="488093"/>
          </a:xfrm>
        </p:grpSpPr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DBF5C6AF-B9ED-0C9E-518A-4E1743533098}"/>
                </a:ext>
              </a:extLst>
            </p:cNvPr>
            <p:cNvCxnSpPr>
              <a:cxnSpLocks/>
            </p:cNvCxnSpPr>
            <p:nvPr/>
          </p:nvCxnSpPr>
          <p:spPr>
            <a:xfrm>
              <a:off x="8841259" y="3546389"/>
              <a:ext cx="475736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EB7E7921-1C51-A800-2EB0-DAA2900F224D}"/>
                </a:ext>
              </a:extLst>
            </p:cNvPr>
            <p:cNvCxnSpPr/>
            <p:nvPr/>
          </p:nvCxnSpPr>
          <p:spPr>
            <a:xfrm>
              <a:off x="8841259" y="4034482"/>
              <a:ext cx="481914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648B1FE1-3B29-F403-EA15-52928B9C3F2D}"/>
                </a:ext>
              </a:extLst>
            </p:cNvPr>
            <p:cNvCxnSpPr>
              <a:cxnSpLocks/>
            </p:cNvCxnSpPr>
            <p:nvPr/>
          </p:nvCxnSpPr>
          <p:spPr>
            <a:xfrm>
              <a:off x="9094573" y="3546389"/>
              <a:ext cx="0" cy="48809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1866910-1939-BEBA-6923-C772D57A3175}"/>
              </a:ext>
            </a:extLst>
          </p:cNvPr>
          <p:cNvSpPr txBox="1"/>
          <p:nvPr/>
        </p:nvSpPr>
        <p:spPr>
          <a:xfrm>
            <a:off x="3225114" y="3584853"/>
            <a:ext cx="8451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/>
              <a:t>ap=0.1mm</a:t>
            </a:r>
            <a:endParaRPr lang="zh-CN" altLang="en-US" sz="1050"/>
          </a:p>
        </p:txBody>
      </p:sp>
    </p:spTree>
    <p:extLst>
      <p:ext uri="{BB962C8B-B14F-4D97-AF65-F5344CB8AC3E}">
        <p14:creationId xmlns:p14="http://schemas.microsoft.com/office/powerpoint/2010/main" val="3775547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B1023FE-665A-3DA9-14D4-CF5AAEB54A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825" y="3248430"/>
            <a:ext cx="3073400" cy="234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1E3C2ED9-A1F1-F8D7-3F57-91AA696B40F5}"/>
              </a:ext>
            </a:extLst>
          </p:cNvPr>
          <p:cNvGrpSpPr/>
          <p:nvPr/>
        </p:nvGrpSpPr>
        <p:grpSpPr>
          <a:xfrm rot="21324632">
            <a:off x="3952517" y="2764192"/>
            <a:ext cx="3600000" cy="2833452"/>
            <a:chOff x="5579075" y="414978"/>
            <a:chExt cx="3600000" cy="2833452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52670D5-E9CD-1D19-D5B5-7110063C27AE}"/>
                </a:ext>
              </a:extLst>
            </p:cNvPr>
            <p:cNvSpPr/>
            <p:nvPr/>
          </p:nvSpPr>
          <p:spPr>
            <a:xfrm>
              <a:off x="5579075" y="1088430"/>
              <a:ext cx="3600000" cy="21600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  <a:effectLst>
              <a:glow rad="25400">
                <a:schemeClr val="accent1">
                  <a:alpha val="40000"/>
                </a:schemeClr>
              </a:glow>
            </a:effectLst>
            <a:scene3d>
              <a:camera prst="isometricTopUp">
                <a:rot lat="20700000" lon="17400000" rev="4800000"/>
              </a:camera>
              <a:lightRig rig="soft" dir="t"/>
            </a:scene3d>
            <a:sp3d extrusionH="393700" prstMaterial="matte">
              <a:bevelT w="0" h="0"/>
              <a:extrusionClr>
                <a:srgbClr val="726D6D"/>
              </a:extrusionClr>
              <a:contourClr>
                <a:schemeClr val="bg2">
                  <a:lumMod val="75000"/>
                </a:schemeClr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DAB0B6E-C788-0F69-526C-A53563CA8906}"/>
                </a:ext>
              </a:extLst>
            </p:cNvPr>
            <p:cNvSpPr/>
            <p:nvPr/>
          </p:nvSpPr>
          <p:spPr>
            <a:xfrm>
              <a:off x="5990324" y="771393"/>
              <a:ext cx="3060000" cy="1800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scene3d>
              <a:camera prst="orthographicFront">
                <a:rot lat="20700000" lon="17400000" rev="4800000"/>
              </a:camera>
              <a:lightRig rig="soft" dir="t"/>
            </a:scene3d>
            <a:sp3d extrusionH="514350" prstMaterial="matte">
              <a:bevelT w="0" h="0"/>
              <a:extrusionClr>
                <a:srgbClr val="AEC1E0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83001B-F6C3-5092-20B6-C8FDC847DF41}"/>
                </a:ext>
              </a:extLst>
            </p:cNvPr>
            <p:cNvSpPr/>
            <p:nvPr/>
          </p:nvSpPr>
          <p:spPr>
            <a:xfrm>
              <a:off x="6812732" y="414978"/>
              <a:ext cx="1800000" cy="1800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scene3d>
              <a:camera prst="orthographicFront">
                <a:rot lat="20700000" lon="17400000" rev="4800000"/>
              </a:camera>
              <a:lightRig rig="soft" dir="t"/>
            </a:scene3d>
            <a:sp3d extrusionH="190500" prstMaterial="matte">
              <a:bevelT w="0" h="0"/>
              <a:extrusionClr>
                <a:srgbClr val="AEC1E0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圆柱体 7">
            <a:extLst>
              <a:ext uri="{FF2B5EF4-FFF2-40B4-BE49-F238E27FC236}">
                <a16:creationId xmlns:a16="http://schemas.microsoft.com/office/drawing/2014/main" id="{C560AD52-BD1C-5327-2617-0367C50D7225}"/>
              </a:ext>
            </a:extLst>
          </p:cNvPr>
          <p:cNvSpPr/>
          <p:nvPr/>
        </p:nvSpPr>
        <p:spPr>
          <a:xfrm>
            <a:off x="5256019" y="2395998"/>
            <a:ext cx="624468" cy="1800000"/>
          </a:xfrm>
          <a:prstGeom prst="ca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AA11573-0F40-1F83-052B-634475AB530C}"/>
              </a:ext>
            </a:extLst>
          </p:cNvPr>
          <p:cNvCxnSpPr>
            <a:cxnSpLocks/>
          </p:cNvCxnSpPr>
          <p:nvPr/>
        </p:nvCxnSpPr>
        <p:spPr>
          <a:xfrm flipH="1" flipV="1">
            <a:off x="5818230" y="4255163"/>
            <a:ext cx="737365" cy="932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30D12BC-6B21-D47E-8A64-C448FCD2F92C}"/>
              </a:ext>
            </a:extLst>
          </p:cNvPr>
          <p:cNvCxnSpPr>
            <a:cxnSpLocks/>
          </p:cNvCxnSpPr>
          <p:nvPr/>
        </p:nvCxnSpPr>
        <p:spPr>
          <a:xfrm flipH="1" flipV="1">
            <a:off x="4801983" y="4166102"/>
            <a:ext cx="1065327" cy="988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040E79D-FCFF-4122-28A2-541B04717045}"/>
              </a:ext>
            </a:extLst>
          </p:cNvPr>
          <p:cNvCxnSpPr>
            <a:cxnSpLocks/>
          </p:cNvCxnSpPr>
          <p:nvPr/>
        </p:nvCxnSpPr>
        <p:spPr>
          <a:xfrm flipH="1" flipV="1">
            <a:off x="5628452" y="4417998"/>
            <a:ext cx="737365" cy="932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4789FFE8-2F0A-B667-27FA-CFD9B3FB8610}"/>
              </a:ext>
            </a:extLst>
          </p:cNvPr>
          <p:cNvCxnSpPr>
            <a:cxnSpLocks/>
          </p:cNvCxnSpPr>
          <p:nvPr/>
        </p:nvCxnSpPr>
        <p:spPr>
          <a:xfrm flipH="1" flipV="1">
            <a:off x="4612205" y="4328937"/>
            <a:ext cx="1065327" cy="988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E3BB3AD9-0EFA-EDF4-21B9-59DD4F16B7E7}"/>
              </a:ext>
            </a:extLst>
          </p:cNvPr>
          <p:cNvCxnSpPr/>
          <p:nvPr/>
        </p:nvCxnSpPr>
        <p:spPr>
          <a:xfrm flipV="1">
            <a:off x="4612205" y="3915573"/>
            <a:ext cx="0" cy="408878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149C64D0-D4DE-CD70-BDBE-3FF1935B7D29}"/>
              </a:ext>
            </a:extLst>
          </p:cNvPr>
          <p:cNvCxnSpPr>
            <a:cxnSpLocks/>
          </p:cNvCxnSpPr>
          <p:nvPr/>
        </p:nvCxnSpPr>
        <p:spPr>
          <a:xfrm flipV="1">
            <a:off x="4612205" y="3727381"/>
            <a:ext cx="201380" cy="208605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D476ED4-BD97-E173-9B0F-DB0FE46F3029}"/>
              </a:ext>
            </a:extLst>
          </p:cNvPr>
          <p:cNvCxnSpPr>
            <a:cxnSpLocks/>
          </p:cNvCxnSpPr>
          <p:nvPr/>
        </p:nvCxnSpPr>
        <p:spPr>
          <a:xfrm>
            <a:off x="4813585" y="3751372"/>
            <a:ext cx="1768666" cy="170757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369480B3-D953-D66B-F395-794D02F32AA7}"/>
              </a:ext>
            </a:extLst>
          </p:cNvPr>
          <p:cNvCxnSpPr>
            <a:cxnSpLocks/>
          </p:cNvCxnSpPr>
          <p:nvPr/>
        </p:nvCxnSpPr>
        <p:spPr>
          <a:xfrm>
            <a:off x="6540406" y="3948525"/>
            <a:ext cx="0" cy="399903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8BDA1856-99BC-97F2-257C-F67612729E4C}"/>
              </a:ext>
            </a:extLst>
          </p:cNvPr>
          <p:cNvCxnSpPr/>
          <p:nvPr/>
        </p:nvCxnSpPr>
        <p:spPr>
          <a:xfrm flipV="1">
            <a:off x="4813585" y="3739598"/>
            <a:ext cx="0" cy="408878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08EFC240-C84A-E2A7-3263-620989734DEF}"/>
              </a:ext>
            </a:extLst>
          </p:cNvPr>
          <p:cNvCxnSpPr/>
          <p:nvPr/>
        </p:nvCxnSpPr>
        <p:spPr>
          <a:xfrm flipH="1">
            <a:off x="6158878" y="4584764"/>
            <a:ext cx="178905" cy="23697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39DF553F-7DE2-EEE8-024D-5655510E424A}"/>
              </a:ext>
            </a:extLst>
          </p:cNvPr>
          <p:cNvCxnSpPr/>
          <p:nvPr/>
        </p:nvCxnSpPr>
        <p:spPr>
          <a:xfrm flipH="1">
            <a:off x="4433299" y="4398075"/>
            <a:ext cx="178905" cy="23697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3D411DCD-2200-0300-943A-D92B31330927}"/>
              </a:ext>
            </a:extLst>
          </p:cNvPr>
          <p:cNvCxnSpPr>
            <a:cxnSpLocks/>
          </p:cNvCxnSpPr>
          <p:nvPr/>
        </p:nvCxnSpPr>
        <p:spPr>
          <a:xfrm>
            <a:off x="5568253" y="4631796"/>
            <a:ext cx="688129" cy="7514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AB01E3B6-51E3-B89A-7E0E-D474F2D916BD}"/>
              </a:ext>
            </a:extLst>
          </p:cNvPr>
          <p:cNvCxnSpPr>
            <a:cxnSpLocks/>
          </p:cNvCxnSpPr>
          <p:nvPr/>
        </p:nvCxnSpPr>
        <p:spPr>
          <a:xfrm flipH="1" flipV="1">
            <a:off x="4509210" y="4508940"/>
            <a:ext cx="746809" cy="831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4652C397-10CC-BBFC-AACB-F636A8851EC9}"/>
                  </a:ext>
                </a:extLst>
              </p:cNvPr>
              <p:cNvSpPr txBox="1"/>
              <p:nvPr/>
            </p:nvSpPr>
            <p:spPr>
              <a:xfrm>
                <a:off x="5325067" y="4457031"/>
                <a:ext cx="249729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16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14:m>
                  <m:oMath xmlns:m="http://schemas.openxmlformats.org/officeDocument/2006/math">
                    <m:r>
                      <a:rPr lang="en-US" altLang="zh-CN" sz="1600" b="0" i="1" baseline="-2500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zh-CN" altLang="en-US" sz="1600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4652C397-10CC-BBFC-AACB-F636A8851E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5067" y="4457031"/>
                <a:ext cx="249729" cy="246221"/>
              </a:xfrm>
              <a:prstGeom prst="rect">
                <a:avLst/>
              </a:prstGeom>
              <a:blipFill>
                <a:blip r:embed="rId3"/>
                <a:stretch>
                  <a:fillRect l="-51220" t="-24390" b="-48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35E422EB-7B08-01C3-382B-65759A22B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598" y="6174"/>
            <a:ext cx="11760804" cy="684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910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1119953-9422-A92E-9C6F-91C11CFDC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8" r="29927"/>
          <a:stretch>
            <a:fillRect/>
          </a:stretch>
        </p:blipFill>
        <p:spPr>
          <a:xfrm>
            <a:off x="327259" y="298383"/>
            <a:ext cx="4362130" cy="37596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845175D-C5EF-B696-466C-BA0106E407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12" r="21402"/>
          <a:stretch>
            <a:fillRect/>
          </a:stretch>
        </p:blipFill>
        <p:spPr>
          <a:xfrm>
            <a:off x="4806777" y="298383"/>
            <a:ext cx="4188941" cy="375887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D022ECE-2DF0-7F15-B2A3-64054EE30647}"/>
              </a:ext>
            </a:extLst>
          </p:cNvPr>
          <p:cNvSpPr txBox="1"/>
          <p:nvPr/>
        </p:nvSpPr>
        <p:spPr>
          <a:xfrm>
            <a:off x="1933832" y="4009767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1.8m</a:t>
            </a:r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484048-A44A-ED81-CC96-38F47D31E0D7}"/>
              </a:ext>
            </a:extLst>
          </p:cNvPr>
          <p:cNvSpPr txBox="1"/>
          <p:nvPr/>
        </p:nvSpPr>
        <p:spPr>
          <a:xfrm>
            <a:off x="6460523" y="4009767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2.8m</a:t>
            </a: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2589D05-0312-AE79-90BD-F21024661950}"/>
              </a:ext>
            </a:extLst>
          </p:cNvPr>
          <p:cNvSpPr/>
          <p:nvPr/>
        </p:nvSpPr>
        <p:spPr>
          <a:xfrm>
            <a:off x="8359346" y="1093573"/>
            <a:ext cx="556054" cy="2057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7833C2-C612-6C0E-9F95-1C9E4C4B2453}"/>
              </a:ext>
            </a:extLst>
          </p:cNvPr>
          <p:cNvSpPr/>
          <p:nvPr/>
        </p:nvSpPr>
        <p:spPr>
          <a:xfrm>
            <a:off x="3914002" y="1248032"/>
            <a:ext cx="556054" cy="2057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9D8779E-31FB-0AC3-8849-28734C3866EE}"/>
              </a:ext>
            </a:extLst>
          </p:cNvPr>
          <p:cNvSpPr txBox="1"/>
          <p:nvPr/>
        </p:nvSpPr>
        <p:spPr>
          <a:xfrm>
            <a:off x="1484384" y="4510216"/>
            <a:ext cx="80329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在切削了</a:t>
            </a:r>
            <a:r>
              <a:rPr lang="en-US" altLang="zh-CN"/>
              <a:t>1m</a:t>
            </a:r>
            <a:r>
              <a:rPr lang="zh-CN" altLang="en-US"/>
              <a:t>长度以后，可以观察到刃边缘出现磨损。</a:t>
            </a:r>
            <a:endParaRPr lang="en-US" altLang="zh-CN"/>
          </a:p>
          <a:p>
            <a:r>
              <a:rPr lang="zh-CN" altLang="en-US"/>
              <a:t>不幸的是，后续尝试更大的切深时，因为没注意观察，导致刀具断掉了。。。</a:t>
            </a:r>
            <a:endParaRPr lang="en-US" altLang="zh-CN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196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064C503-86C7-BA8A-6819-1C6C48C884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45" r="23733"/>
          <a:stretch>
            <a:fillRect/>
          </a:stretch>
        </p:blipFill>
        <p:spPr>
          <a:xfrm>
            <a:off x="730523" y="481912"/>
            <a:ext cx="4341877" cy="373314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F54B527-07FA-9E66-BBAB-91D52B1CE4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58" r="17735"/>
          <a:stretch>
            <a:fillRect/>
          </a:stretch>
        </p:blipFill>
        <p:spPr>
          <a:xfrm>
            <a:off x="5683277" y="481912"/>
            <a:ext cx="3763464" cy="373314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B13250B-CCD1-C826-0BE8-FEE8D3647C7C}"/>
              </a:ext>
            </a:extLst>
          </p:cNvPr>
          <p:cNvSpPr txBox="1"/>
          <p:nvPr/>
        </p:nvSpPr>
        <p:spPr>
          <a:xfrm>
            <a:off x="944347" y="4293973"/>
            <a:ext cx="4128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刀具因为过热断掉，表面烧结了</a:t>
            </a:r>
            <a:r>
              <a:rPr lang="en-US" altLang="zh-CN"/>
              <a:t>sic</a:t>
            </a:r>
            <a:r>
              <a:rPr lang="zh-CN" altLang="en-US"/>
              <a:t>粉末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01DEF7C-E659-60A9-2FEF-F464BCD02B85}"/>
              </a:ext>
            </a:extLst>
          </p:cNvPr>
          <p:cNvSpPr txBox="1"/>
          <p:nvPr/>
        </p:nvSpPr>
        <p:spPr>
          <a:xfrm>
            <a:off x="5799589" y="4293973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材料表面也出现明显的圆环形凹陷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E3316FD-9C30-DE46-B48F-884B556D96C7}"/>
              </a:ext>
            </a:extLst>
          </p:cNvPr>
          <p:cNvSpPr txBox="1"/>
          <p:nvPr/>
        </p:nvSpPr>
        <p:spPr>
          <a:xfrm>
            <a:off x="858794" y="4868563"/>
            <a:ext cx="63209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目前手头仅剩一把铣刀，制造商说最快本月</a:t>
            </a:r>
            <a:r>
              <a:rPr lang="en-US" altLang="zh-CN"/>
              <a:t>25</a:t>
            </a:r>
            <a:r>
              <a:rPr lang="zh-CN" altLang="en-US"/>
              <a:t>日能做好</a:t>
            </a:r>
            <a:r>
              <a:rPr lang="en-US" altLang="zh-CN"/>
              <a:t>5</a:t>
            </a:r>
            <a:r>
              <a:rPr lang="zh-CN" altLang="en-US"/>
              <a:t>把。</a:t>
            </a:r>
            <a:endParaRPr lang="en-US" altLang="zh-CN"/>
          </a:p>
          <a:p>
            <a:r>
              <a:rPr lang="zh-CN" altLang="en-US"/>
              <a:t>磨损间隔暂定为</a:t>
            </a:r>
            <a:r>
              <a:rPr lang="en-US" altLang="zh-CN"/>
              <a:t>1m</a:t>
            </a:r>
            <a:r>
              <a:rPr lang="zh-CN" altLang="en-US"/>
              <a:t>，时间按照当前参数是</a:t>
            </a:r>
            <a:r>
              <a:rPr lang="en-US" altLang="zh-CN"/>
              <a:t>5min</a:t>
            </a:r>
            <a:r>
              <a:rPr lang="zh-CN" altLang="en-US"/>
              <a:t>。</a:t>
            </a:r>
            <a:endParaRPr lang="en-US" altLang="zh-CN"/>
          </a:p>
          <a:p>
            <a:r>
              <a:rPr lang="zh-CN" altLang="en-US"/>
              <a:t>后续计划安这个参数做干铣的实验，安装测力仪。</a:t>
            </a:r>
            <a:endParaRPr lang="en-US" altLang="zh-CN"/>
          </a:p>
          <a:p>
            <a:r>
              <a:rPr lang="zh-CN" altLang="en-US"/>
              <a:t>然后可以做磨头磨损的实验。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2180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弧形 3">
            <a:extLst>
              <a:ext uri="{FF2B5EF4-FFF2-40B4-BE49-F238E27FC236}">
                <a16:creationId xmlns:a16="http://schemas.microsoft.com/office/drawing/2014/main" id="{A650C928-CF87-5FCC-ADD1-53FFCBD9C9F3}"/>
              </a:ext>
            </a:extLst>
          </p:cNvPr>
          <p:cNvSpPr/>
          <p:nvPr/>
        </p:nvSpPr>
        <p:spPr>
          <a:xfrm rot="10800000">
            <a:off x="604381" y="1265654"/>
            <a:ext cx="4108622" cy="3752192"/>
          </a:xfrm>
          <a:prstGeom prst="arc">
            <a:avLst>
              <a:gd name="adj1" fmla="val 18769986"/>
              <a:gd name="adj2" fmla="val 2901557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E394B75-EF3B-A03D-5A50-AEEE4C13DEE6}"/>
              </a:ext>
            </a:extLst>
          </p:cNvPr>
          <p:cNvGrpSpPr/>
          <p:nvPr/>
        </p:nvGrpSpPr>
        <p:grpSpPr>
          <a:xfrm rot="10800000">
            <a:off x="2636633" y="2407898"/>
            <a:ext cx="837601" cy="906851"/>
            <a:chOff x="5443151" y="3565610"/>
            <a:chExt cx="837601" cy="906851"/>
          </a:xfrm>
        </p:grpSpPr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AB91184A-8AF4-8C0D-AC58-22D20758C3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84108" y="3750276"/>
              <a:ext cx="58076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166CA364-56D7-6201-0AA7-4DB4D94AD435}"/>
                </a:ext>
              </a:extLst>
            </p:cNvPr>
            <p:cNvCxnSpPr>
              <a:cxnSpLocks/>
            </p:cNvCxnSpPr>
            <p:nvPr/>
          </p:nvCxnSpPr>
          <p:spPr>
            <a:xfrm>
              <a:off x="6264876" y="3750276"/>
              <a:ext cx="0" cy="6054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85885E7-3A92-DF40-23C5-EDBB96FA0CF1}"/>
                </a:ext>
              </a:extLst>
            </p:cNvPr>
            <p:cNvSpPr txBox="1"/>
            <p:nvPr/>
          </p:nvSpPr>
          <p:spPr>
            <a:xfrm rot="10800000">
              <a:off x="5443151" y="356561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0B1B5A69-9F55-1D02-A18D-8AA8A4648121}"/>
                </a:ext>
              </a:extLst>
            </p:cNvPr>
            <p:cNvSpPr txBox="1"/>
            <p:nvPr/>
          </p:nvSpPr>
          <p:spPr>
            <a:xfrm rot="10800000">
              <a:off x="5980670" y="410312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CN" altLang="en-US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F476CE8-BAAB-B3B2-FA1B-F8E9DB623C0C}"/>
              </a:ext>
            </a:extLst>
          </p:cNvPr>
          <p:cNvCxnSpPr>
            <a:cxnSpLocks/>
          </p:cNvCxnSpPr>
          <p:nvPr/>
        </p:nvCxnSpPr>
        <p:spPr>
          <a:xfrm>
            <a:off x="872912" y="2169296"/>
            <a:ext cx="444844" cy="278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4D623563-58A5-B2DA-B9B3-D310DBE54C67}"/>
              </a:ext>
            </a:extLst>
          </p:cNvPr>
          <p:cNvCxnSpPr>
            <a:cxnSpLocks/>
          </p:cNvCxnSpPr>
          <p:nvPr/>
        </p:nvCxnSpPr>
        <p:spPr>
          <a:xfrm flipV="1">
            <a:off x="872912" y="1637270"/>
            <a:ext cx="313337" cy="532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9180D2B-9EEE-6287-D092-66B16556C5C4}"/>
                  </a:ext>
                </a:extLst>
              </p:cNvPr>
              <p:cNvSpPr txBox="1"/>
              <p:nvPr/>
            </p:nvSpPr>
            <p:spPr>
              <a:xfrm>
                <a:off x="912083" y="1265654"/>
                <a:ext cx="54833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zh-CN" altLang="en-US" sz="18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𝜏</m:t>
                      </m:r>
                      <m:r>
                        <a:rPr lang="en-US" altLang="zh-CN" sz="1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1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altLang="zh-CN" sz="1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80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9180D2B-9EEE-6287-D092-66B16556C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083" y="1265654"/>
                <a:ext cx="548331" cy="369332"/>
              </a:xfrm>
              <a:prstGeom prst="rect">
                <a:avLst/>
              </a:prstGeom>
              <a:blipFill>
                <a:blip r:embed="rId2"/>
                <a:stretch>
                  <a:fillRect r="-12222"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3DCF6ED2-C76E-5465-13D5-9D9DA4559A9E}"/>
                  </a:ext>
                </a:extLst>
              </p:cNvPr>
              <p:cNvSpPr txBox="1"/>
              <p:nvPr/>
            </p:nvSpPr>
            <p:spPr>
              <a:xfrm>
                <a:off x="1163851" y="2356246"/>
                <a:ext cx="54833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1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n-US" altLang="zh-CN" sz="1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1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altLang="zh-CN" sz="1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80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3DCF6ED2-C76E-5465-13D5-9D9DA4559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851" y="2356246"/>
                <a:ext cx="548331" cy="369332"/>
              </a:xfrm>
              <a:prstGeom prst="rect">
                <a:avLst/>
              </a:prstGeom>
              <a:blipFill>
                <a:blip r:embed="rId3"/>
                <a:stretch>
                  <a:fillRect r="-16667"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本框 34">
            <a:extLst>
              <a:ext uri="{FF2B5EF4-FFF2-40B4-BE49-F238E27FC236}">
                <a16:creationId xmlns:a16="http://schemas.microsoft.com/office/drawing/2014/main" id="{65D0C7DA-BF5C-6E12-4234-98AF87944F05}"/>
              </a:ext>
            </a:extLst>
          </p:cNvPr>
          <p:cNvSpPr txBox="1"/>
          <p:nvPr/>
        </p:nvSpPr>
        <p:spPr>
          <a:xfrm>
            <a:off x="1477003" y="3189328"/>
            <a:ext cx="10379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刀具进给方向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BFBFFFEE-AF3F-113D-9830-71E11DFEF8B5}"/>
              </a:ext>
            </a:extLst>
          </p:cNvPr>
          <p:cNvCxnSpPr>
            <a:cxnSpLocks/>
            <a:endCxn id="4" idx="2"/>
          </p:cNvCxnSpPr>
          <p:nvPr/>
        </p:nvCxnSpPr>
        <p:spPr>
          <a:xfrm flipH="1" flipV="1">
            <a:off x="1363757" y="1685316"/>
            <a:ext cx="1294934" cy="1453682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7F3AB426-86E4-9FFA-766C-7A06BC488CA6}"/>
              </a:ext>
            </a:extLst>
          </p:cNvPr>
          <p:cNvSpPr txBox="1"/>
          <p:nvPr/>
        </p:nvSpPr>
        <p:spPr>
          <a:xfrm>
            <a:off x="1833844" y="2042825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CN" altLang="en-US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C27B9D26-092D-9C3B-099B-F9AE1345D07B}"/>
              </a:ext>
            </a:extLst>
          </p:cNvPr>
          <p:cNvSpPr txBox="1"/>
          <p:nvPr/>
        </p:nvSpPr>
        <p:spPr>
          <a:xfrm>
            <a:off x="2592312" y="3018567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A1DBB97-A3C3-AB07-C7F8-A9F1BB71C8EC}"/>
              </a:ext>
            </a:extLst>
          </p:cNvPr>
          <p:cNvSpPr txBox="1"/>
          <p:nvPr/>
        </p:nvSpPr>
        <p:spPr>
          <a:xfrm>
            <a:off x="390041" y="3244334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CD03BB3B-B0C9-C4AB-E13D-513F4A3AF347}"/>
              </a:ext>
            </a:extLst>
          </p:cNvPr>
          <p:cNvCxnSpPr>
            <a:cxnSpLocks/>
          </p:cNvCxnSpPr>
          <p:nvPr/>
        </p:nvCxnSpPr>
        <p:spPr>
          <a:xfrm flipH="1" flipV="1">
            <a:off x="699616" y="2611894"/>
            <a:ext cx="1953365" cy="527104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C079FA19-44C5-954E-4D68-1DDDC90EA72B}"/>
              </a:ext>
            </a:extLst>
          </p:cNvPr>
          <p:cNvSpPr txBox="1"/>
          <p:nvPr/>
        </p:nvSpPr>
        <p:spPr>
          <a:xfrm>
            <a:off x="2733148" y="2642677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endParaRPr lang="zh-CN" altLang="en-US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弧形 63">
            <a:extLst>
              <a:ext uri="{FF2B5EF4-FFF2-40B4-BE49-F238E27FC236}">
                <a16:creationId xmlns:a16="http://schemas.microsoft.com/office/drawing/2014/main" id="{53C2C525-9DDD-2D6F-0A85-D2F326BF3BAB}"/>
              </a:ext>
            </a:extLst>
          </p:cNvPr>
          <p:cNvSpPr/>
          <p:nvPr/>
        </p:nvSpPr>
        <p:spPr>
          <a:xfrm rot="17183996">
            <a:off x="2142332" y="2838399"/>
            <a:ext cx="829543" cy="837469"/>
          </a:xfrm>
          <a:prstGeom prst="arc">
            <a:avLst>
              <a:gd name="adj1" fmla="val 19567164"/>
              <a:gd name="adj2" fmla="val 337865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1C0478DA-9B5A-38F0-D16E-11ECF2E54165}"/>
              </a:ext>
            </a:extLst>
          </p:cNvPr>
          <p:cNvSpPr txBox="1"/>
          <p:nvPr/>
        </p:nvSpPr>
        <p:spPr>
          <a:xfrm>
            <a:off x="2136377" y="2682344"/>
            <a:ext cx="250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endParaRPr lang="zh-CN" alt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弧形 2">
            <a:extLst>
              <a:ext uri="{FF2B5EF4-FFF2-40B4-BE49-F238E27FC236}">
                <a16:creationId xmlns:a16="http://schemas.microsoft.com/office/drawing/2014/main" id="{3FA8EC5F-DA84-D151-E740-23F1711F4BAB}"/>
              </a:ext>
            </a:extLst>
          </p:cNvPr>
          <p:cNvSpPr/>
          <p:nvPr/>
        </p:nvSpPr>
        <p:spPr>
          <a:xfrm rot="16548828">
            <a:off x="2130567" y="2915390"/>
            <a:ext cx="829543" cy="837469"/>
          </a:xfrm>
          <a:prstGeom prst="arc">
            <a:avLst>
              <a:gd name="adj1" fmla="val 18541515"/>
              <a:gd name="adj2" fmla="val 3378654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36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443</Words>
  <Application>Microsoft Office PowerPoint</Application>
  <PresentationFormat>宽屏</PresentationFormat>
  <Paragraphs>46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等线</vt:lpstr>
      <vt:lpstr>等线 Light</vt:lpstr>
      <vt:lpstr>宋体</vt:lpstr>
      <vt:lpstr>Arial</vt:lpstr>
      <vt:lpstr>Calibri</vt:lpstr>
      <vt:lpstr>Cambria Math</vt:lpstr>
      <vt:lpstr>Times New Roman</vt:lpstr>
      <vt:lpstr>Office 主题​​</vt:lpstr>
      <vt:lpstr>陶陶铣削刀具磨损实验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 zhang</dc:creator>
  <cp:lastModifiedBy>yu zhang</cp:lastModifiedBy>
  <cp:revision>11</cp:revision>
  <dcterms:created xsi:type="dcterms:W3CDTF">2026-06-30T11:04:00Z</dcterms:created>
  <dcterms:modified xsi:type="dcterms:W3CDTF">2026-07-30T15:29:08Z</dcterms:modified>
</cp:coreProperties>
</file>